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267" r:id="rId3"/>
    <p:sldId id="268" r:id="rId4"/>
    <p:sldId id="258" r:id="rId5"/>
    <p:sldId id="273" r:id="rId6"/>
    <p:sldId id="274" r:id="rId7"/>
    <p:sldId id="291" r:id="rId8"/>
    <p:sldId id="275" r:id="rId9"/>
    <p:sldId id="283" r:id="rId10"/>
    <p:sldId id="286" r:id="rId11"/>
    <p:sldId id="281" r:id="rId12"/>
    <p:sldId id="282" r:id="rId13"/>
    <p:sldId id="276" r:id="rId14"/>
    <p:sldId id="261" r:id="rId15"/>
    <p:sldId id="284" r:id="rId16"/>
    <p:sldId id="293" r:id="rId17"/>
    <p:sldId id="295" r:id="rId18"/>
    <p:sldId id="296" r:id="rId19"/>
    <p:sldId id="297" r:id="rId20"/>
    <p:sldId id="298" r:id="rId21"/>
    <p:sldId id="299" r:id="rId22"/>
    <p:sldId id="300" r:id="rId23"/>
    <p:sldId id="294" r:id="rId24"/>
    <p:sldId id="277" r:id="rId25"/>
    <p:sldId id="263" r:id="rId26"/>
    <p:sldId id="280" r:id="rId27"/>
    <p:sldId id="301" r:id="rId28"/>
    <p:sldId id="278" r:id="rId29"/>
    <p:sldId id="259" r:id="rId30"/>
    <p:sldId id="279" r:id="rId31"/>
    <p:sldId id="264" r:id="rId32"/>
    <p:sldId id="302" r:id="rId33"/>
    <p:sldId id="303" r:id="rId34"/>
    <p:sldId id="266" r:id="rId35"/>
    <p:sldId id="265" r:id="rId3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324"/>
    <a:srgbClr val="FFFFFF"/>
    <a:srgbClr val="4472C4"/>
    <a:srgbClr val="FC8124"/>
    <a:srgbClr val="FF84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64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20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pg66hua\Documents\GitHub\GitJournal\JDT\total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fr-CH"/>
              <a:t>Heures réalisées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>
        <c:manualLayout>
          <c:layoutTarget val="inner"/>
          <c:xMode val="edge"/>
          <c:yMode val="edge"/>
          <c:x val="7.6438571390511606E-2"/>
          <c:y val="0.12649089885733558"/>
          <c:w val="0.90344321067748856"/>
          <c:h val="0.7436644854572913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Feuil1!$C$15</c:f>
              <c:strCache>
                <c:ptCount val="1"/>
                <c:pt idx="0">
                  <c:v>CDC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Feuil1!$D$15:$G$15</c:f>
              <c:numCache>
                <c:formatCode>0.00%</c:formatCode>
                <c:ptCount val="4"/>
                <c:pt idx="0">
                  <c:v>0.3</c:v>
                </c:pt>
                <c:pt idx="1">
                  <c:v>0.4</c:v>
                </c:pt>
                <c:pt idx="2">
                  <c:v>0.15</c:v>
                </c:pt>
                <c:pt idx="3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47-4D3A-8731-D1A917E086B5}"/>
            </c:ext>
          </c:extLst>
        </c:ser>
        <c:ser>
          <c:idx val="1"/>
          <c:order val="1"/>
          <c:tx>
            <c:strRef>
              <c:f>Feuil1!$C$16</c:f>
              <c:strCache>
                <c:ptCount val="1"/>
                <c:pt idx="0">
                  <c:v>Planifiées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Feuil1!$D$16:$G$16</c:f>
              <c:numCache>
                <c:formatCode>0.00%</c:formatCode>
                <c:ptCount val="4"/>
                <c:pt idx="0">
                  <c:v>7.9545454545454544E-2</c:v>
                </c:pt>
                <c:pt idx="1">
                  <c:v>0.69318181818181823</c:v>
                </c:pt>
                <c:pt idx="2">
                  <c:v>2.2727272727272728E-2</c:v>
                </c:pt>
                <c:pt idx="3">
                  <c:v>0.20454545454545456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D47-4D3A-8731-D1A917E086B5}"/>
            </c:ext>
          </c:extLst>
        </c:ser>
        <c:ser>
          <c:idx val="2"/>
          <c:order val="2"/>
          <c:tx>
            <c:strRef>
              <c:f>Feuil1!$C$17</c:f>
              <c:strCache>
                <c:ptCount val="1"/>
                <c:pt idx="0">
                  <c:v>Réalisées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Feuil1!$D$17:$G$17</c:f>
              <c:numCache>
                <c:formatCode>0.00%</c:formatCode>
                <c:ptCount val="4"/>
                <c:pt idx="0">
                  <c:v>0.17386363636363636</c:v>
                </c:pt>
                <c:pt idx="1">
                  <c:v>0.42272727272727278</c:v>
                </c:pt>
                <c:pt idx="2">
                  <c:v>7.9545454545454544E-2</c:v>
                </c:pt>
                <c:pt idx="3">
                  <c:v>0.32386363636363635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D47-4D3A-8731-D1A917E086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725893568"/>
        <c:axId val="1139396336"/>
      </c:barChart>
      <c:catAx>
        <c:axId val="17258935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39396336"/>
        <c:crosses val="autoZero"/>
        <c:auto val="1"/>
        <c:lblAlgn val="ctr"/>
        <c:lblOffset val="100"/>
        <c:noMultiLvlLbl val="0"/>
      </c:catAx>
      <c:valAx>
        <c:axId val="11393963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7258935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E29ADD-F2C6-419E-B747-3ED62F86C2AF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4998CF-2CC7-407F-B50B-26CA76AD23D9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71373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097738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0182B1-B344-BE29-83A0-A95EC423B0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7FBCD96-7A65-27F1-569F-9EBF47223D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6290F3-31EE-271B-269C-50041AF7C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5C6B3B-02E5-027F-24F2-E84F52154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3868106-3B67-D12A-6657-5CA6E36EA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0609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EAA9D9-41E7-03EC-556D-40CFB5FBB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CC289B-B224-4706-91AC-61ED263ED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82D50A-013F-1D66-1591-BA8D7AE49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EDF22AD-82DB-EB00-CAD6-17D52C157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31C4E3F-FDE6-29FD-CC97-FE41F26C2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62973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D464A2-F753-6ACC-E196-6F1500C09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E5BA1B9-E219-D1BA-5CE1-7E0C7486E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0F3866E-A419-7FCC-6700-8976FEFED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8DA32D-F0D4-1B3F-7B39-B8A262F99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60BFE4-F353-2182-18EE-B820909D7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93973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8D6FF1-8411-EE24-642B-AB7274E8C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C96C14-7BFE-68F1-4260-71DD458746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6A0B05-2B6A-DBEF-72AD-AD9297BEBA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0B2664-F3ED-9482-B8DC-E30E8810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BD163CD-0FDA-DBE4-B70B-5B483B59D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FDB280C-4490-8336-494E-FFCD27F4C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94491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9B0DD6-E568-D096-5EE0-41AA2C98B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DA38754-4C73-8C0D-23E6-1BF8B9D9CD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D914FF-FCED-0048-85C3-DE5FBD92C6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1643CD5-5521-192D-703A-62A76CD4ED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0785EE0-C104-1105-6D56-454E961757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2EBB912-0DF8-8A61-0176-2F477FC75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94DE8CC-5EFB-FD2E-4C0E-CEB65094C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9857BBB-2713-AFFA-80C3-EC1A018E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01432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F7E08B-C997-1B96-8575-7453284FE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EA6426F-6C36-F1A7-0C07-4AC9A9F7F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77A6233-AC5D-3080-2D3F-2CA51F158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58B27E2-4F02-A276-E237-FAB029144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92973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92CDFD9-5EF0-85C6-B28C-D84CA1F6F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BD24BD6-18B0-C584-9722-64C9ED15F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4BFE614-BBDD-722C-B9FF-207ABA981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57290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15A35-51ED-E1A4-8D66-F255F7928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22AA63-21AF-A0BF-EC41-88EF299492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913C69E-4F09-5A6D-134B-8131390D39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D381B00-1E22-85AC-6912-568ABA077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78FC2EA-2A7F-BE46-707F-2E635FBD9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09E9D61-D8AA-7545-9087-93C35E0B9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9411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BE3A2C-4B22-1ED6-03A8-597FBDD2C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4D580A0-9A67-873C-8B11-3E562FE16D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00D432D-3365-335F-021A-1AE2750B00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8F1A48C-33FF-C8D3-131E-D81D6D7F1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5B37D69-DE84-19B7-126A-3E0664D63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D5882FB-D74D-5830-4CF6-7A0FD9197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63079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58C748-8630-B824-8DA9-C96D1BD2B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BBB31D8-A616-FAC9-B2CA-D444B4FE9A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0A88DF-5FAB-0640-DEE9-32B260F81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9CE7746-D08E-292B-3C22-642DC98CE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703EC5A-CD21-D2C5-39F7-BCD7CF429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84120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E6C8D96-D8DF-6CEB-3B66-37CC332AA1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CA81510-7378-6C92-856F-79C7A70E74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77624BA-DE93-38A9-1922-5F4473E3E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83C52BB-99CD-0E03-088C-50026290E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1F3D9E6-35BE-095E-D884-CFDEE3480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4703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BE70792-38DF-AF61-97DB-503F23BBC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F309B79-7C6D-625F-67DD-70EC0BA49D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F4D10A7-1255-1B32-D08E-28D963F684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F0C823-2377-4ED2-D4FF-A9CBF97C3C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2D78B3-505A-C88B-B741-815233CB1D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47656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3.png"/><Relationship Id="rId7" Type="http://schemas.openxmlformats.org/officeDocument/2006/relationships/image" Target="../media/image15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8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1.png"/><Relationship Id="rId7" Type="http://schemas.openxmlformats.org/officeDocument/2006/relationships/image" Target="../media/image2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3.png"/><Relationship Id="rId4" Type="http://schemas.openxmlformats.org/officeDocument/2006/relationships/image" Target="../media/image24.png"/><Relationship Id="rId9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1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30.png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13" Type="http://schemas.openxmlformats.org/officeDocument/2006/relationships/image" Target="../media/image35.png"/><Relationship Id="rId3" Type="http://schemas.openxmlformats.org/officeDocument/2006/relationships/image" Target="../media/image9.png"/><Relationship Id="rId7" Type="http://schemas.openxmlformats.org/officeDocument/2006/relationships/image" Target="../media/image14.png"/><Relationship Id="rId12" Type="http://schemas.openxmlformats.org/officeDocument/2006/relationships/image" Target="../media/image3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33.png"/><Relationship Id="rId5" Type="http://schemas.openxmlformats.org/officeDocument/2006/relationships/image" Target="../media/image30.png"/><Relationship Id="rId10" Type="http://schemas.openxmlformats.org/officeDocument/2006/relationships/image" Target="../media/image32.png"/><Relationship Id="rId4" Type="http://schemas.openxmlformats.org/officeDocument/2006/relationships/image" Target="../media/image8.png"/><Relationship Id="rId9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2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30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2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30.pn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5.png"/><Relationship Id="rId7" Type="http://schemas.openxmlformats.org/officeDocument/2006/relationships/image" Target="../media/image16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8.png"/><Relationship Id="rId4" Type="http://schemas.openxmlformats.org/officeDocument/2006/relationships/image" Target="../media/image9.png"/><Relationship Id="rId9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5.png"/><Relationship Id="rId7" Type="http://schemas.openxmlformats.org/officeDocument/2006/relationships/image" Target="../media/image16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8.png"/><Relationship Id="rId4" Type="http://schemas.openxmlformats.org/officeDocument/2006/relationships/image" Target="../media/image9.png"/><Relationship Id="rId9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5.png"/><Relationship Id="rId7" Type="http://schemas.openxmlformats.org/officeDocument/2006/relationships/image" Target="../media/image16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8.png"/><Relationship Id="rId4" Type="http://schemas.openxmlformats.org/officeDocument/2006/relationships/image" Target="../media/image9.png"/><Relationship Id="rId9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5.png"/><Relationship Id="rId7" Type="http://schemas.openxmlformats.org/officeDocument/2006/relationships/image" Target="../media/image16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8.png"/><Relationship Id="rId4" Type="http://schemas.openxmlformats.org/officeDocument/2006/relationships/image" Target="../media/image9.png"/><Relationship Id="rId9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5.png"/><Relationship Id="rId7" Type="http://schemas.openxmlformats.org/officeDocument/2006/relationships/image" Target="../media/image16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8.png"/><Relationship Id="rId4" Type="http://schemas.openxmlformats.org/officeDocument/2006/relationships/image" Target="../media/image9.png"/><Relationship Id="rId9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30.png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2.png"/><Relationship Id="rId7" Type="http://schemas.openxmlformats.org/officeDocument/2006/relationships/image" Target="../media/image4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2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8.png"/><Relationship Id="rId10" Type="http://schemas.openxmlformats.org/officeDocument/2006/relationships/image" Target="../media/image46.png"/><Relationship Id="rId4" Type="http://schemas.openxmlformats.org/officeDocument/2006/relationships/image" Target="../media/image9.png"/><Relationship Id="rId9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noir, obscurité, noir et blanc, monochrome&#10;&#10;Description générée automatiquement">
            <a:extLst>
              <a:ext uri="{FF2B5EF4-FFF2-40B4-BE49-F238E27FC236}">
                <a16:creationId xmlns:a16="http://schemas.microsoft.com/office/drawing/2014/main" id="{8E55500A-0033-116F-9BE0-C9976B394B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8524" y="1458000"/>
            <a:ext cx="1513476" cy="5400000"/>
          </a:xfrm>
          <a:prstGeom prst="rect">
            <a:avLst/>
          </a:prstGeom>
        </p:spPr>
      </p:pic>
      <p:pic>
        <p:nvPicPr>
          <p:cNvPr id="9" name="Image 8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AB71FBF5-7F21-9BBA-D6DD-93558DF48E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sp>
        <p:nvSpPr>
          <p:cNvPr id="10" name="Sous-titre 2">
            <a:extLst>
              <a:ext uri="{FF2B5EF4-FFF2-40B4-BE49-F238E27FC236}">
                <a16:creationId xmlns:a16="http://schemas.microsoft.com/office/drawing/2014/main" id="{1E35CE2D-0794-7D12-C589-6917E253B88F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44BACEEB-F4B4-982D-81CB-EB95C40AED5C}"/>
              </a:ext>
            </a:extLst>
          </p:cNvPr>
          <p:cNvSpPr txBox="1"/>
          <p:nvPr/>
        </p:nvSpPr>
        <p:spPr>
          <a:xfrm>
            <a:off x="4377781" y="4674652"/>
            <a:ext cx="34364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400" dirty="0"/>
              <a:t>Morgan Dussault</a:t>
            </a:r>
          </a:p>
          <a:p>
            <a:pPr algn="ctr"/>
            <a:r>
              <a:rPr lang="fr-CH" sz="2400" dirty="0"/>
              <a:t>11.06.2025</a:t>
            </a:r>
          </a:p>
        </p:txBody>
      </p:sp>
      <p:pic>
        <p:nvPicPr>
          <p:cNvPr id="20" name="Image 19" descr="Une image contenant Police, noir, capture d’écran, Graphique&#10;&#10;Description générée automatiquement">
            <a:extLst>
              <a:ext uri="{FF2B5EF4-FFF2-40B4-BE49-F238E27FC236}">
                <a16:creationId xmlns:a16="http://schemas.microsoft.com/office/drawing/2014/main" id="{81C34B8E-423C-E40B-4DBE-39BE2CBC12C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389" b="4628"/>
          <a:stretch/>
        </p:blipFill>
        <p:spPr>
          <a:xfrm>
            <a:off x="2667000" y="1771250"/>
            <a:ext cx="6858000" cy="4730847"/>
          </a:xfrm>
          <a:prstGeom prst="rect">
            <a:avLst/>
          </a:prstGeom>
        </p:spPr>
      </p:pic>
      <p:pic>
        <p:nvPicPr>
          <p:cNvPr id="22" name="Image 21" descr="Une image contenant symbole, Graphique, dessin humoristique&#10;&#10;Description générée automatiquement">
            <a:extLst>
              <a:ext uri="{FF2B5EF4-FFF2-40B4-BE49-F238E27FC236}">
                <a16:creationId xmlns:a16="http://schemas.microsoft.com/office/drawing/2014/main" id="{01C5B55C-925D-486C-642D-2985C67E322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306"/>
          <a:stretch/>
        </p:blipFill>
        <p:spPr>
          <a:xfrm>
            <a:off x="2667000" y="-38500"/>
            <a:ext cx="6858000" cy="450532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FB50DF9-FC72-9271-7F88-F4C7E0D1B021}"/>
              </a:ext>
            </a:extLst>
          </p:cNvPr>
          <p:cNvSpPr/>
          <p:nvPr/>
        </p:nvSpPr>
        <p:spPr>
          <a:xfrm>
            <a:off x="3842977" y="2083582"/>
            <a:ext cx="3302396" cy="194929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dirty="0"/>
              <a:t>MODIFIER LA TAILLE DE LA TIME LINE</a:t>
            </a:r>
          </a:p>
        </p:txBody>
      </p:sp>
    </p:spTree>
    <p:extLst>
      <p:ext uri="{BB962C8B-B14F-4D97-AF65-F5344CB8AC3E}">
        <p14:creationId xmlns:p14="http://schemas.microsoft.com/office/powerpoint/2010/main" val="2950671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A940058-F0DA-8D75-805B-0BC5A83AFF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8" name="Image 17" descr="Une image contenant noir, obscurité, capture d’écran&#10;&#10;Description générée automatiquement">
            <a:extLst>
              <a:ext uri="{FF2B5EF4-FFF2-40B4-BE49-F238E27FC236}">
                <a16:creationId xmlns:a16="http://schemas.microsoft.com/office/drawing/2014/main" id="{B41868A2-CFBC-0F12-9859-4E8194002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400000" cy="1513477"/>
          </a:xfrm>
          <a:prstGeom prst="rect">
            <a:avLst/>
          </a:prstGeom>
        </p:spPr>
      </p:pic>
      <p:sp>
        <p:nvSpPr>
          <p:cNvPr id="22" name="Titre 1">
            <a:extLst>
              <a:ext uri="{FF2B5EF4-FFF2-40B4-BE49-F238E27FC236}">
                <a16:creationId xmlns:a16="http://schemas.microsoft.com/office/drawing/2014/main" id="{35221D8A-DF02-91DD-ABEA-55650EA5052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SOMMAIRE</a:t>
            </a:r>
          </a:p>
        </p:txBody>
      </p:sp>
      <p:pic>
        <p:nvPicPr>
          <p:cNvPr id="41" name="Image 4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500BF76-64E2-F8EE-30F5-6BABBF9668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138" y="1923575"/>
            <a:ext cx="2327848" cy="4267722"/>
          </a:xfrm>
          <a:prstGeom prst="rect">
            <a:avLst/>
          </a:prstGeom>
        </p:spPr>
      </p:pic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494A8E33-890E-EE7D-B7AB-22398765062A}"/>
              </a:ext>
            </a:extLst>
          </p:cNvPr>
          <p:cNvSpPr/>
          <p:nvPr/>
        </p:nvSpPr>
        <p:spPr>
          <a:xfrm>
            <a:off x="3285518" y="1960599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CONTEXTE</a:t>
            </a:r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951224E6-F853-9E19-90DF-45EE5E33F235}"/>
              </a:ext>
            </a:extLst>
          </p:cNvPr>
          <p:cNvSpPr/>
          <p:nvPr/>
        </p:nvSpPr>
        <p:spPr>
          <a:xfrm>
            <a:off x="3285335" y="2484266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SITUER PRODUIT</a:t>
            </a:r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BE1A6443-104B-E157-6A7F-9B700FC0BBFF}"/>
              </a:ext>
            </a:extLst>
          </p:cNvPr>
          <p:cNvSpPr/>
          <p:nvPr/>
        </p:nvSpPr>
        <p:spPr>
          <a:xfrm>
            <a:off x="3285335" y="3009067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PRODUIT</a:t>
            </a:r>
          </a:p>
        </p:txBody>
      </p: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C29A3E12-82C6-7A0A-B871-A77593A2E226}"/>
              </a:ext>
            </a:extLst>
          </p:cNvPr>
          <p:cNvSpPr/>
          <p:nvPr/>
        </p:nvSpPr>
        <p:spPr>
          <a:xfrm>
            <a:off x="3285335" y="3533054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FONCTIONEMENT</a:t>
            </a: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681C6710-5805-438F-D6D6-E58AEA8FE1EB}"/>
              </a:ext>
            </a:extLst>
          </p:cNvPr>
          <p:cNvSpPr/>
          <p:nvPr/>
        </p:nvSpPr>
        <p:spPr>
          <a:xfrm>
            <a:off x="3278199" y="4057041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ORGANISATION</a:t>
            </a: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5388A884-2E28-E56F-2544-8E7180226F43}"/>
              </a:ext>
            </a:extLst>
          </p:cNvPr>
          <p:cNvSpPr/>
          <p:nvPr/>
        </p:nvSpPr>
        <p:spPr>
          <a:xfrm>
            <a:off x="3278199" y="458779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MOMENT CLE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384A6E3C-52C5-373F-E2C8-C1F4EEE1D19F}"/>
              </a:ext>
            </a:extLst>
          </p:cNvPr>
          <p:cNvSpPr/>
          <p:nvPr/>
        </p:nvSpPr>
        <p:spPr>
          <a:xfrm>
            <a:off x="3285335" y="509797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BILAN</a:t>
            </a:r>
          </a:p>
        </p:txBody>
      </p:sp>
      <p:sp>
        <p:nvSpPr>
          <p:cNvPr id="50" name="Rectangle : coins arrondis 49">
            <a:extLst>
              <a:ext uri="{FF2B5EF4-FFF2-40B4-BE49-F238E27FC236}">
                <a16:creationId xmlns:a16="http://schemas.microsoft.com/office/drawing/2014/main" id="{86442EE3-E2BD-DE0D-DB92-B3098A93FE4A}"/>
              </a:ext>
            </a:extLst>
          </p:cNvPr>
          <p:cNvSpPr/>
          <p:nvPr/>
        </p:nvSpPr>
        <p:spPr>
          <a:xfrm>
            <a:off x="3278199" y="5628725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QUESTIONS</a:t>
            </a:r>
          </a:p>
        </p:txBody>
      </p:sp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60C7177-C7F2-602D-D3DC-FFF916A84E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586" y="1343731"/>
            <a:ext cx="430951" cy="430951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237C64FD-3945-4AA9-4AF1-1A55B8D50D03}"/>
              </a:ext>
            </a:extLst>
          </p:cNvPr>
          <p:cNvSpPr/>
          <p:nvPr/>
        </p:nvSpPr>
        <p:spPr>
          <a:xfrm>
            <a:off x="4273550" y="1513477"/>
            <a:ext cx="36449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0B7150A5-BB6D-E9A8-1A52-5F7D5FE72196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1531658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A940058-F0DA-8D75-805B-0BC5A83AFF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8" name="Image 17" descr="Une image contenant noir, obscurité, capture d’écran&#10;&#10;Description générée automatiquement">
            <a:extLst>
              <a:ext uri="{FF2B5EF4-FFF2-40B4-BE49-F238E27FC236}">
                <a16:creationId xmlns:a16="http://schemas.microsoft.com/office/drawing/2014/main" id="{B41868A2-CFBC-0F12-9859-4E8194002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400000" cy="1513477"/>
          </a:xfrm>
          <a:prstGeom prst="rect">
            <a:avLst/>
          </a:prstGeom>
        </p:spPr>
      </p:pic>
      <p:sp>
        <p:nvSpPr>
          <p:cNvPr id="22" name="Titre 1">
            <a:extLst>
              <a:ext uri="{FF2B5EF4-FFF2-40B4-BE49-F238E27FC236}">
                <a16:creationId xmlns:a16="http://schemas.microsoft.com/office/drawing/2014/main" id="{35221D8A-DF02-91DD-ABEA-55650EA5052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SOMMAIRE</a:t>
            </a:r>
          </a:p>
        </p:txBody>
      </p:sp>
      <p:pic>
        <p:nvPicPr>
          <p:cNvPr id="41" name="Image 4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500BF76-64E2-F8EE-30F5-6BABBF9668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138" y="1923575"/>
            <a:ext cx="2327848" cy="4267722"/>
          </a:xfrm>
          <a:prstGeom prst="rect">
            <a:avLst/>
          </a:prstGeom>
        </p:spPr>
      </p:pic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494A8E33-890E-EE7D-B7AB-22398765062A}"/>
              </a:ext>
            </a:extLst>
          </p:cNvPr>
          <p:cNvSpPr/>
          <p:nvPr/>
        </p:nvSpPr>
        <p:spPr>
          <a:xfrm>
            <a:off x="3285518" y="1960599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CONTEXTE</a:t>
            </a:r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951224E6-F853-9E19-90DF-45EE5E33F235}"/>
              </a:ext>
            </a:extLst>
          </p:cNvPr>
          <p:cNvSpPr/>
          <p:nvPr/>
        </p:nvSpPr>
        <p:spPr>
          <a:xfrm>
            <a:off x="3285335" y="2484266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SITUER PRODUIT</a:t>
            </a:r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BE1A6443-104B-E157-6A7F-9B700FC0BBFF}"/>
              </a:ext>
            </a:extLst>
          </p:cNvPr>
          <p:cNvSpPr/>
          <p:nvPr/>
        </p:nvSpPr>
        <p:spPr>
          <a:xfrm>
            <a:off x="3285335" y="3009067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PRODUIT</a:t>
            </a:r>
          </a:p>
        </p:txBody>
      </p: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C29A3E12-82C6-7A0A-B871-A77593A2E226}"/>
              </a:ext>
            </a:extLst>
          </p:cNvPr>
          <p:cNvSpPr/>
          <p:nvPr/>
        </p:nvSpPr>
        <p:spPr>
          <a:xfrm>
            <a:off x="3285335" y="3533054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FONCTIONEMENT</a:t>
            </a: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681C6710-5805-438F-D6D6-E58AEA8FE1EB}"/>
              </a:ext>
            </a:extLst>
          </p:cNvPr>
          <p:cNvSpPr/>
          <p:nvPr/>
        </p:nvSpPr>
        <p:spPr>
          <a:xfrm>
            <a:off x="3278199" y="4057041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ORGANISATION</a:t>
            </a: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5388A884-2E28-E56F-2544-8E7180226F43}"/>
              </a:ext>
            </a:extLst>
          </p:cNvPr>
          <p:cNvSpPr/>
          <p:nvPr/>
        </p:nvSpPr>
        <p:spPr>
          <a:xfrm>
            <a:off x="3278199" y="458779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MOMENT CLE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384A6E3C-52C5-373F-E2C8-C1F4EEE1D19F}"/>
              </a:ext>
            </a:extLst>
          </p:cNvPr>
          <p:cNvSpPr/>
          <p:nvPr/>
        </p:nvSpPr>
        <p:spPr>
          <a:xfrm>
            <a:off x="3285335" y="509797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BILAN</a:t>
            </a:r>
          </a:p>
        </p:txBody>
      </p:sp>
      <p:sp>
        <p:nvSpPr>
          <p:cNvPr id="50" name="Rectangle : coins arrondis 49">
            <a:extLst>
              <a:ext uri="{FF2B5EF4-FFF2-40B4-BE49-F238E27FC236}">
                <a16:creationId xmlns:a16="http://schemas.microsoft.com/office/drawing/2014/main" id="{86442EE3-E2BD-DE0D-DB92-B3098A93FE4A}"/>
              </a:ext>
            </a:extLst>
          </p:cNvPr>
          <p:cNvSpPr/>
          <p:nvPr/>
        </p:nvSpPr>
        <p:spPr>
          <a:xfrm>
            <a:off x="3278199" y="5628725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QUESTIONS</a:t>
            </a:r>
          </a:p>
        </p:txBody>
      </p:sp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60C7177-C7F2-602D-D3DC-FFF916A84E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586" y="1343731"/>
            <a:ext cx="430951" cy="43095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295E64-1053-54E1-3681-0AAAECA5CB1D}"/>
              </a:ext>
            </a:extLst>
          </p:cNvPr>
          <p:cNvSpPr/>
          <p:nvPr/>
        </p:nvSpPr>
        <p:spPr>
          <a:xfrm>
            <a:off x="4273550" y="1513477"/>
            <a:ext cx="36449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DAE11AB-F067-9B08-4268-5E06A77A1503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1520310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-0.00023 L 0.00026 0.08866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213F381-26E8-03AA-5986-92D445226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43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CONTEXTE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3714844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pic>
        <p:nvPicPr>
          <p:cNvPr id="2" name="Image 1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1A0869D6-E6AC-47B3-3A7D-A3047B37918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3" name="Image 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87D02B7-418B-7205-6C55-162A5DD8DB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1500" y="223319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830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noir, obscurité, noir et blanc, capture d’écran&#10;&#10;Description générée automatiquement">
            <a:extLst>
              <a:ext uri="{FF2B5EF4-FFF2-40B4-BE49-F238E27FC236}">
                <a16:creationId xmlns:a16="http://schemas.microsoft.com/office/drawing/2014/main" id="{0A0D8B72-0284-C392-CBE0-ADFC61A8A7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3476" cy="5400000"/>
          </a:xfrm>
          <a:prstGeom prst="rect">
            <a:avLst/>
          </a:prstGeom>
        </p:spPr>
      </p:pic>
      <p:pic>
        <p:nvPicPr>
          <p:cNvPr id="9" name="Image 8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CA523A26-3833-20F2-9B94-5318263901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7" y="1458000"/>
            <a:ext cx="2689453" cy="5400000"/>
          </a:xfrm>
          <a:prstGeom prst="rect">
            <a:avLst/>
          </a:prstGeom>
        </p:spPr>
      </p:pic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213F381-26E8-03AA-5986-92D445226E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43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CONTEXTE</a:t>
            </a:r>
          </a:p>
        </p:txBody>
      </p:sp>
      <p:pic>
        <p:nvPicPr>
          <p:cNvPr id="23" name="Graphique 22">
            <a:extLst>
              <a:ext uri="{FF2B5EF4-FFF2-40B4-BE49-F238E27FC236}">
                <a16:creationId xmlns:a16="http://schemas.microsoft.com/office/drawing/2014/main" id="{183836DD-BC9F-3C6C-69BA-8DF578509D7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8648760" y="238314"/>
            <a:ext cx="2125074" cy="2125074"/>
          </a:xfrm>
          <a:prstGeom prst="rect">
            <a:avLst/>
          </a:prstGeom>
        </p:spPr>
      </p:pic>
      <p:pic>
        <p:nvPicPr>
          <p:cNvPr id="25" name="Image 24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812DFDBD-D85D-8A81-C8B7-EFA584A2A12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6712" y="920890"/>
            <a:ext cx="2125074" cy="2125074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1509558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B884D8C-65C7-ED58-6A6E-7419ACF3253E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1726F4-887B-4485-FF4E-60B419B6569E}"/>
              </a:ext>
            </a:extLst>
          </p:cNvPr>
          <p:cNvSpPr/>
          <p:nvPr/>
        </p:nvSpPr>
        <p:spPr>
          <a:xfrm>
            <a:off x="4298126" y="2301852"/>
            <a:ext cx="3302396" cy="194929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dirty="0"/>
              <a:t>UTILISATION DE GITHUB</a:t>
            </a:r>
          </a:p>
          <a:p>
            <a:pPr algn="ctr"/>
            <a:r>
              <a:rPr lang="fr-CH" dirty="0"/>
              <a:t>JDT</a:t>
            </a:r>
          </a:p>
          <a:p>
            <a:pPr algn="ctr"/>
            <a:r>
              <a:rPr lang="fr-CH" dirty="0"/>
              <a:t>JDT fait avec app</a:t>
            </a:r>
          </a:p>
        </p:txBody>
      </p:sp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14C155FD-F6C2-DD1A-2AC3-7A76F8DF38C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8" name="Image 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0E3240F4-E055-0D7F-725B-C8CCD5EC8D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1500" y="223319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024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SITUER PRODUIT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3714844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29D46FC-24DB-4896-E2E7-7243120905AB}"/>
              </a:ext>
            </a:extLst>
          </p:cNvPr>
          <p:cNvSpPr/>
          <p:nvPr/>
        </p:nvSpPr>
        <p:spPr>
          <a:xfrm>
            <a:off x="3470274" y="3716927"/>
            <a:ext cx="52514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3" name="Image 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E29D26D-ED2E-D10D-0A0E-3D12B6D5BC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9992" y="6097149"/>
            <a:ext cx="414167" cy="414167"/>
          </a:xfrm>
          <a:prstGeom prst="rect">
            <a:avLst/>
          </a:prstGeom>
        </p:spPr>
      </p:pic>
      <p:pic>
        <p:nvPicPr>
          <p:cNvPr id="4" name="Image 3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2E8950D2-F5F0-8ECD-8419-F2AA4E1DF14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1F7F2FC-78C1-C30D-34A0-4DCDAE2DC7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640" y="223319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715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147EE6-644D-17F5-39DE-AEF7A93436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346684"/>
            <a:ext cx="9144000" cy="1353905"/>
          </a:xfrm>
        </p:spPr>
        <p:txBody>
          <a:bodyPr>
            <a:normAutofit/>
          </a:bodyPr>
          <a:lstStyle/>
          <a:p>
            <a:r>
              <a:rPr lang="fr-CH" dirty="0"/>
              <a:t>SITUER PRODUIT</a:t>
            </a:r>
          </a:p>
        </p:txBody>
      </p:sp>
      <p:pic>
        <p:nvPicPr>
          <p:cNvPr id="5" name="Image 4" descr="Une image contenant noir, obscurité, capture d’écran, noir et blanc&#10;&#10;Description générée automatiquement">
            <a:extLst>
              <a:ext uri="{FF2B5EF4-FFF2-40B4-BE49-F238E27FC236}">
                <a16:creationId xmlns:a16="http://schemas.microsoft.com/office/drawing/2014/main" id="{80C7AD50-D8E4-DB05-D139-A11DEA0682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0"/>
            <a:ext cx="1513476" cy="5400000"/>
          </a:xfrm>
          <a:prstGeom prst="rect">
            <a:avLst/>
          </a:prstGeom>
        </p:spPr>
      </p:pic>
      <p:pic>
        <p:nvPicPr>
          <p:cNvPr id="8" name="Image 7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A748BF91-609C-9BCF-68D6-4EA9F006FC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2689454" cy="5400000"/>
          </a:xfrm>
          <a:prstGeom prst="rect">
            <a:avLst/>
          </a:prstGeom>
        </p:spPr>
      </p:pic>
      <p:sp>
        <p:nvSpPr>
          <p:cNvPr id="12" name="Sous-titre 2">
            <a:extLst>
              <a:ext uri="{FF2B5EF4-FFF2-40B4-BE49-F238E27FC236}">
                <a16:creationId xmlns:a16="http://schemas.microsoft.com/office/drawing/2014/main" id="{B7D163EE-A4CF-88ED-D47E-1CA0B63ECD2D}"/>
              </a:ext>
            </a:extLst>
          </p:cNvPr>
          <p:cNvSpPr txBox="1">
            <a:spLocks/>
          </p:cNvSpPr>
          <p:nvPr/>
        </p:nvSpPr>
        <p:spPr>
          <a:xfrm>
            <a:off x="3936732" y="6607746"/>
            <a:ext cx="4318534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/>
              <a:t>Morgan Dussault		presentation_GitJournal_TPI.pptx</a:t>
            </a:r>
            <a:endParaRPr lang="fr-CH" sz="900" dirty="0"/>
          </a:p>
        </p:txBody>
      </p:sp>
      <p:pic>
        <p:nvPicPr>
          <p:cNvPr id="13" name="Image 12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5B31B97E-26EB-3453-F649-3193C4E169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5643" y="5257800"/>
            <a:ext cx="4060713" cy="2214934"/>
          </a:xfrm>
          <a:prstGeom prst="rect">
            <a:avLst/>
          </a:prstGeom>
        </p:spPr>
      </p:pic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E483617-D2CB-939D-F07F-93BD66F824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9992" y="6097149"/>
            <a:ext cx="414167" cy="41416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9CB36D02-E996-EE47-8382-1B9D84B95FC8}"/>
              </a:ext>
            </a:extLst>
          </p:cNvPr>
          <p:cNvSpPr/>
          <p:nvPr/>
        </p:nvSpPr>
        <p:spPr>
          <a:xfrm>
            <a:off x="3470275" y="1507127"/>
            <a:ext cx="52514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9" name="Image 18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69982C4F-A2DE-C259-3447-9CD2B9C60A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9803" y="1399236"/>
            <a:ext cx="2214935" cy="2214935"/>
          </a:xfrm>
          <a:prstGeom prst="rect">
            <a:avLst/>
          </a:prstGeom>
        </p:spPr>
      </p:pic>
      <p:pic>
        <p:nvPicPr>
          <p:cNvPr id="21" name="Image 20" descr="Une image contenant symbole, Graphique, capture d’écran, clipart&#10;&#10;Description générée automatiquement">
            <a:extLst>
              <a:ext uri="{FF2B5EF4-FFF2-40B4-BE49-F238E27FC236}">
                <a16:creationId xmlns:a16="http://schemas.microsoft.com/office/drawing/2014/main" id="{46FA3AAF-5369-8F4B-0FC0-E7EC41FACB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121" y="-345220"/>
            <a:ext cx="3170375" cy="3170375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54BCAA91-0EAE-6D72-5259-A1311145D3CF}"/>
              </a:ext>
            </a:extLst>
          </p:cNvPr>
          <p:cNvSpPr txBox="1"/>
          <p:nvPr/>
        </p:nvSpPr>
        <p:spPr>
          <a:xfrm>
            <a:off x="1736890" y="2487713"/>
            <a:ext cx="73651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- monter fichier généré</a:t>
            </a: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F04C68F-5EB7-3A9B-9C3F-F40C7A25209D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65D56E-B52B-AF57-D63B-9FA5F6C28ABC}"/>
              </a:ext>
            </a:extLst>
          </p:cNvPr>
          <p:cNvSpPr/>
          <p:nvPr/>
        </p:nvSpPr>
        <p:spPr>
          <a:xfrm>
            <a:off x="4147650" y="3362979"/>
            <a:ext cx="3415199" cy="194929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dirty="0"/>
              <a:t>EN QUOI GITJOURNAL EST UTILE ?</a:t>
            </a:r>
          </a:p>
        </p:txBody>
      </p:sp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A461AC4-5582-5B88-AC45-B2001940FAF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1" name="Image 10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B683069-836A-FBBA-8E5F-EFBC090EFC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9867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7DA7F4-167D-E830-CCF1-BADBA9955836}"/>
              </a:ext>
            </a:extLst>
          </p:cNvPr>
          <p:cNvSpPr/>
          <p:nvPr/>
        </p:nvSpPr>
        <p:spPr>
          <a:xfrm>
            <a:off x="4717654" y="3713752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3" name="Image 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344BEA9-7D17-95D3-CF4A-BF5E7E9A66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9271" y="6097149"/>
            <a:ext cx="414167" cy="41416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9968767-C714-C88F-A89C-3174CFB15FD1}"/>
              </a:ext>
            </a:extLst>
          </p:cNvPr>
          <p:cNvSpPr/>
          <p:nvPr/>
        </p:nvSpPr>
        <p:spPr>
          <a:xfrm>
            <a:off x="4171950" y="352425"/>
            <a:ext cx="3302396" cy="194929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dirty="0"/>
              <a:t>AJOUTER IMAGES DE L’APP</a:t>
            </a:r>
          </a:p>
        </p:txBody>
      </p:sp>
      <p:pic>
        <p:nvPicPr>
          <p:cNvPr id="6" name="Image 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D9E63264-2D89-9921-0603-67B2F358399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8" name="Image 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F3E9E5B3-EAD3-5FD8-AE05-A2A85797A0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567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FD67A48-1C8E-D2F4-738B-099B314E3EB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" t="9772"/>
          <a:stretch/>
        </p:blipFill>
        <p:spPr bwMode="auto">
          <a:xfrm>
            <a:off x="2813434" y="2101928"/>
            <a:ext cx="6565127" cy="348287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  <p:sp>
        <p:nvSpPr>
          <p:cNvPr id="5" name="Titre 1">
            <a:extLst>
              <a:ext uri="{FF2B5EF4-FFF2-40B4-BE49-F238E27FC236}">
                <a16:creationId xmlns:a16="http://schemas.microsoft.com/office/drawing/2014/main" id="{83CA5EE3-EBC8-E63F-09BF-C352262202D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8D24EB-9EB1-958B-F0BE-3D3F902D5748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0" name="Image 9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98772C3-A2F2-4E1F-744C-DCA12D1D73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9271" y="6097149"/>
            <a:ext cx="414167" cy="414167"/>
          </a:xfrm>
          <a:prstGeom prst="rect">
            <a:avLst/>
          </a:prstGeom>
        </p:spPr>
      </p:pic>
      <p:pic>
        <p:nvPicPr>
          <p:cNvPr id="11" name="Image 10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1F23BFE6-274E-DCCB-B771-76E0CD21E9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12" name="Image 11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540EF648-2D6D-40CC-6849-64AA4DA8B0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14" name="Image 13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6744DD04-9844-E5F0-2D79-328656ED4AA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C87E385A-9280-8EB7-AAEA-68F98DCFA4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7136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  <p:pic>
        <p:nvPicPr>
          <p:cNvPr id="11" name="Image 10" descr="Une image contenant objet astronomique, cercle, Ambré, lune&#10;&#10;Description générée automatiquement">
            <a:extLst>
              <a:ext uri="{FF2B5EF4-FFF2-40B4-BE49-F238E27FC236}">
                <a16:creationId xmlns:a16="http://schemas.microsoft.com/office/drawing/2014/main" id="{0CAF27E0-F6CF-5141-4C50-BAD6D06583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9889" y="2482537"/>
            <a:ext cx="1997155" cy="1997155"/>
          </a:xfrm>
          <a:prstGeom prst="rect">
            <a:avLst/>
          </a:prstGeom>
        </p:spPr>
      </p:pic>
      <p:pic>
        <p:nvPicPr>
          <p:cNvPr id="15" name="Image 14" descr="Une image contenant symbole, Graphique, capture d’écran, clipart&#10;&#10;Description générée automatiquement">
            <a:extLst>
              <a:ext uri="{FF2B5EF4-FFF2-40B4-BE49-F238E27FC236}">
                <a16:creationId xmlns:a16="http://schemas.microsoft.com/office/drawing/2014/main" id="{E613DFB3-8E54-EE55-660F-F36C17F1BE4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5498" y="2228355"/>
            <a:ext cx="2517012" cy="2517012"/>
          </a:xfrm>
          <a:prstGeom prst="rect">
            <a:avLst/>
          </a:prstGeom>
        </p:spPr>
      </p:pic>
      <p:grpSp>
        <p:nvGrpSpPr>
          <p:cNvPr id="13" name="Groupe 12">
            <a:extLst>
              <a:ext uri="{FF2B5EF4-FFF2-40B4-BE49-F238E27FC236}">
                <a16:creationId xmlns:a16="http://schemas.microsoft.com/office/drawing/2014/main" id="{DA26C58E-0801-4EA9-A3EA-1CCE15CF822E}"/>
              </a:ext>
            </a:extLst>
          </p:cNvPr>
          <p:cNvGrpSpPr/>
          <p:nvPr/>
        </p:nvGrpSpPr>
        <p:grpSpPr>
          <a:xfrm>
            <a:off x="2829484" y="3708506"/>
            <a:ext cx="767560" cy="1062103"/>
            <a:chOff x="3157315" y="3712132"/>
            <a:chExt cx="767560" cy="1062103"/>
          </a:xfrm>
        </p:grpSpPr>
        <p:pic>
          <p:nvPicPr>
            <p:cNvPr id="5" name="Image 4" descr="Une image contenant dessin humoristique, créativité&#10;&#10;Description générée automatiquement avec une confiance moyenne">
              <a:extLst>
                <a:ext uri="{FF2B5EF4-FFF2-40B4-BE49-F238E27FC236}">
                  <a16:creationId xmlns:a16="http://schemas.microsoft.com/office/drawing/2014/main" id="{52EA75EA-8945-DEB2-C397-81B1BCB16C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57315" y="3712132"/>
              <a:ext cx="767560" cy="767560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BD4177D9-AE42-0646-112B-130C730DFD9C}"/>
                </a:ext>
              </a:extLst>
            </p:cNvPr>
            <p:cNvSpPr txBox="1"/>
            <p:nvPr/>
          </p:nvSpPr>
          <p:spPr>
            <a:xfrm>
              <a:off x="3245929" y="4404903"/>
              <a:ext cx="5903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dirty="0"/>
                <a:t>PAT</a:t>
              </a:r>
            </a:p>
          </p:txBody>
        </p:sp>
      </p:grp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6DC92DC1-BE17-F969-727D-DE4BDD466E3A}"/>
              </a:ext>
            </a:extLst>
          </p:cNvPr>
          <p:cNvCxnSpPr>
            <a:cxnSpLocks/>
          </p:cNvCxnSpPr>
          <p:nvPr/>
        </p:nvCxnSpPr>
        <p:spPr>
          <a:xfrm>
            <a:off x="7101841" y="3481114"/>
            <a:ext cx="1566924" cy="5036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DC877674-C4D5-4DDC-D465-F6FDFD63E4B2}"/>
              </a:ext>
            </a:extLst>
          </p:cNvPr>
          <p:cNvGrpSpPr/>
          <p:nvPr/>
        </p:nvGrpSpPr>
        <p:grpSpPr>
          <a:xfrm>
            <a:off x="8768188" y="2642138"/>
            <a:ext cx="1688024" cy="2038277"/>
            <a:chOff x="8013444" y="2642138"/>
            <a:chExt cx="1688024" cy="2038277"/>
          </a:xfrm>
        </p:grpSpPr>
        <p:pic>
          <p:nvPicPr>
            <p:cNvPr id="21" name="Image 20" descr="Une image contenant symbole, conception&#10;&#10;Description générée automatiquement">
              <a:extLst>
                <a:ext uri="{FF2B5EF4-FFF2-40B4-BE49-F238E27FC236}">
                  <a16:creationId xmlns:a16="http://schemas.microsoft.com/office/drawing/2014/main" id="{0EFE59EF-0BE2-E277-86C8-FE881AEE38F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13444" y="2642138"/>
              <a:ext cx="1688024" cy="168802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5B71E591-B0F3-ABFE-681A-CC6C16DD3C47}"/>
                </a:ext>
              </a:extLst>
            </p:cNvPr>
            <p:cNvSpPr txBox="1"/>
            <p:nvPr/>
          </p:nvSpPr>
          <p:spPr>
            <a:xfrm>
              <a:off x="8013444" y="4311083"/>
              <a:ext cx="16880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dirty="0"/>
                <a:t>Morgan-DD</a:t>
              </a:r>
            </a:p>
          </p:txBody>
        </p:sp>
      </p:grpSp>
      <p:sp>
        <p:nvSpPr>
          <p:cNvPr id="4" name="Titre 1">
            <a:extLst>
              <a:ext uri="{FF2B5EF4-FFF2-40B4-BE49-F238E27FC236}">
                <a16:creationId xmlns:a16="http://schemas.microsoft.com/office/drawing/2014/main" id="{6BA9BBBB-60A7-F861-3DCC-220E49E1F9EE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6826E5-33FF-B440-7B62-10376D213EF6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0" name="Image 9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76D5137-1EC7-1946-FB8F-DE354286CB1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9271" y="6097149"/>
            <a:ext cx="414167" cy="414167"/>
          </a:xfrm>
          <a:prstGeom prst="rect">
            <a:avLst/>
          </a:prstGeom>
        </p:spPr>
      </p:pic>
      <p:pic>
        <p:nvPicPr>
          <p:cNvPr id="14" name="Image 13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48A7D45C-7275-CD8D-B99C-72157E52E1D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16" name="Image 15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481EB345-9FC3-7715-E902-4D2561FABAC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26" name="Image 2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E84C7BDD-1DB4-25BB-CCEF-964B3D91C9D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8" name="Image 2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C87281C5-FF50-AE41-9AC3-CCB99798A4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831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4.44444E-6 L 0.28841 0.0002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414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59959" y="1572451"/>
            <a:ext cx="3272080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Affichage et modification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69C6FD6-4023-C497-7BB8-006F0A9240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61639" y="2216138"/>
            <a:ext cx="9468719" cy="35149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itre 1">
            <a:extLst>
              <a:ext uri="{FF2B5EF4-FFF2-40B4-BE49-F238E27FC236}">
                <a16:creationId xmlns:a16="http://schemas.microsoft.com/office/drawing/2014/main" id="{725FC88F-BC13-1423-E01F-50502B6110C6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1FF1CDE-14A7-1867-3190-C89364E20CF4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B61F6A7-3667-89B8-5CC9-A193D0FF21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9271" y="6097149"/>
            <a:ext cx="414167" cy="414167"/>
          </a:xfrm>
          <a:prstGeom prst="rect">
            <a:avLst/>
          </a:prstGeom>
        </p:spPr>
      </p:pic>
      <p:pic>
        <p:nvPicPr>
          <p:cNvPr id="14" name="Image 13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B15A3A56-5213-DFC4-8C23-68C23E3765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15" name="Image 14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D860E3D7-EBD9-3E0D-E806-81478E06E8D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16" name="Image 15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0E3A9FBA-0C3D-4127-9CC7-FA6298BBE9C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23" name="Image 22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7872AFB4-EAD7-33BD-0DD8-BEA91F2EAC1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5" name="Image 24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5E7C15E1-7161-AAF0-2AC4-16D0E5E20D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7448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Police, capture d’écran, Graphique, texte&#10;&#10;Description générée automatiquement">
            <a:extLst>
              <a:ext uri="{FF2B5EF4-FFF2-40B4-BE49-F238E27FC236}">
                <a16:creationId xmlns:a16="http://schemas.microsoft.com/office/drawing/2014/main" id="{1D2D94E2-F51F-9A2A-9EE9-0F0BBC1AA9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432"/>
            <a:ext cx="957600" cy="9576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34544" y="1568721"/>
            <a:ext cx="5522912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PDF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308C7C56-0961-B5C9-6610-682A90F80170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A9ED67-D502-81A1-7ADE-FD769FFE9FDD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9" name="Image 8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AD1B8B29-DC35-D5C9-DF9B-15F1414732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9271" y="6097149"/>
            <a:ext cx="414167" cy="414167"/>
          </a:xfrm>
          <a:prstGeom prst="rect">
            <a:avLst/>
          </a:prstGeom>
        </p:spPr>
      </p:pic>
      <p:pic>
        <p:nvPicPr>
          <p:cNvPr id="10" name="Image 9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8A35E518-D08C-83CC-88DA-A38F6ED5362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66965"/>
            <a:ext cx="1513476" cy="5400000"/>
          </a:xfrm>
          <a:prstGeom prst="rect">
            <a:avLst/>
          </a:prstGeom>
        </p:spPr>
      </p:pic>
      <p:pic>
        <p:nvPicPr>
          <p:cNvPr id="11" name="Image 10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9C33A6F0-C3CA-04BD-73D1-418E9FECFA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13" name="Image 12" descr="Une image contenant texte, capture d’écran, nombre, Police&#10;&#10;Description générée automatiquement">
            <a:extLst>
              <a:ext uri="{FF2B5EF4-FFF2-40B4-BE49-F238E27FC236}">
                <a16:creationId xmlns:a16="http://schemas.microsoft.com/office/drawing/2014/main" id="{1E75737A-CCD1-5840-C97C-A2DFC5F6AAF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2404" y="1539190"/>
            <a:ext cx="8244114" cy="43704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6A5C0D52-4A6E-9C0C-2831-113600F383A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F91C3881-F4C9-7806-C13E-88E39E3D72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3885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3714844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8D3392A-2F12-5CCA-C69D-D80E80A616F8}"/>
              </a:ext>
            </a:extLst>
          </p:cNvPr>
          <p:cNvSpPr/>
          <p:nvPr/>
        </p:nvSpPr>
        <p:spPr>
          <a:xfrm>
            <a:off x="3334544" y="3705224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4" name="Image 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3DC450CD-B12F-7AA8-35B3-45FD6AB666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6" name="Image 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217ABFB-3DD2-0DF9-5739-D3089B087C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9" name="Image 8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7BCC81F-75A2-F6B0-8BFB-9E31CE9BAC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510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5" name="Image 4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8466A9A8-9536-958C-36A0-FDD2ED8D8115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4662746" y="2334868"/>
            <a:ext cx="2623430" cy="2617405"/>
          </a:xfrm>
          <a:prstGeom prst="rect">
            <a:avLst/>
          </a:prstGeom>
        </p:spPr>
      </p:pic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AA6FFDD0-1878-7E15-65B0-35494A9F4B2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9" name="Image 8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52C8058-9E86-34FA-1367-AA68551429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5304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  <p:pic>
        <p:nvPicPr>
          <p:cNvPr id="5" name="Graphique 4">
            <a:extLst>
              <a:ext uri="{FF2B5EF4-FFF2-40B4-BE49-F238E27FC236}">
                <a16:creationId xmlns:a16="http://schemas.microsoft.com/office/drawing/2014/main" id="{C24BDAC2-D49D-7F35-5E51-24CCFB6D34C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8987" y="461915"/>
            <a:ext cx="1459231" cy="1459231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E6D44E2-3641-FE95-4958-82BDCB85B9D3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13954"/>
          <a:stretch/>
        </p:blipFill>
        <p:spPr>
          <a:xfrm>
            <a:off x="2315247" y="2323075"/>
            <a:ext cx="1934498" cy="3057952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8B416EF2-6559-FD7B-BE85-56B5588F7402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14599"/>
          <a:stretch/>
        </p:blipFill>
        <p:spPr>
          <a:xfrm>
            <a:off x="7030903" y="2251627"/>
            <a:ext cx="1846780" cy="3200847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AE183BBB-535D-8043-B60C-A2949A15C458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r="25873"/>
          <a:stretch/>
        </p:blipFill>
        <p:spPr>
          <a:xfrm>
            <a:off x="415196" y="2375469"/>
            <a:ext cx="1723022" cy="2953162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1DF8222A-6A88-C337-8472-2C7C8CA4F5A0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874"/>
          <a:stretch/>
        </p:blipFill>
        <p:spPr>
          <a:xfrm>
            <a:off x="4579109" y="1903919"/>
            <a:ext cx="2232722" cy="3896269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0D8CE54B-9632-7254-D0BE-7384603B52C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37056" y="2708893"/>
            <a:ext cx="1819529" cy="2286319"/>
          </a:xfrm>
          <a:prstGeom prst="rect">
            <a:avLst/>
          </a:prstGeom>
        </p:spPr>
      </p:pic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14496081-C44E-C717-B64E-448605A5BEC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0" name="Image 9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F80F762-202E-A2F5-E153-F32C3768EB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129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DB2B67E-16A8-C536-6511-A7E06CABA77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101" y="1879798"/>
            <a:ext cx="9468719" cy="351497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Image 14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1C44FAE-B662-EB7B-758E-A33A689B24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1" name="Image 20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B2412998-A4D5-6B79-14B9-0A7BEE5D66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832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DB2B67E-16A8-C536-6511-A7E06CABA77A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101" y="1879798"/>
            <a:ext cx="9468719" cy="351497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375D9337-1DEA-2824-8BBB-53FA563953E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240101" y="2710672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654C6D83-944B-C4A5-F2DC-1A452E4BC6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4" name="Image 1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B34119EF-CAE4-F524-B684-2A746E4869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32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3F3690AF-B0BA-0F55-EA22-629042816B2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1874751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7B33106E-14C6-B078-4B67-34B28F53C923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5574162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16" name="Image 15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A5E400C0-ED25-8162-0254-9929BB5A4AA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853" y="2556320"/>
            <a:ext cx="1481806" cy="1481806"/>
          </a:xfrm>
          <a:prstGeom prst="rect">
            <a:avLst/>
          </a:prstGeom>
        </p:spPr>
      </p:pic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89A7BEE2-A79C-F16D-C5EB-CC87E91BBDA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22D31CAE-84F3-23AE-0927-A511BEB291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594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E83071E3-9570-57CE-AA6C-724FF24C93B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 b="5495"/>
          <a:stretch/>
        </p:blipFill>
        <p:spPr>
          <a:xfrm>
            <a:off x="3142162" y="1874752"/>
            <a:ext cx="5907673" cy="37191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7B33106E-14C6-B078-4B67-34B28F53C923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5574162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023DCFED-B566-BA97-DA8B-87EAA2B4F4AD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23517" r="75339" b="65068"/>
          <a:stretch/>
        </p:blipFill>
        <p:spPr>
          <a:xfrm>
            <a:off x="1420148" y="5583123"/>
            <a:ext cx="2335144" cy="401238"/>
          </a:xfrm>
          <a:prstGeom prst="rect">
            <a:avLst/>
          </a:prstGeom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16E25EC-F0C5-B83A-B255-1FFB44B60C63}"/>
              </a:ext>
            </a:extLst>
          </p:cNvPr>
          <p:cNvSpPr/>
          <p:nvPr/>
        </p:nvSpPr>
        <p:spPr>
          <a:xfrm>
            <a:off x="3590926" y="2321188"/>
            <a:ext cx="5458910" cy="285750"/>
          </a:xfrm>
          <a:prstGeom prst="rect">
            <a:avLst/>
          </a:prstGeom>
          <a:solidFill>
            <a:srgbClr val="FF8324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3" name="Image 12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D9C879E5-7861-4940-6896-F4C47E0B149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853" y="2556320"/>
            <a:ext cx="1481806" cy="1481806"/>
          </a:xfrm>
          <a:prstGeom prst="rect">
            <a:avLst/>
          </a:prstGeom>
        </p:spPr>
      </p:pic>
      <p:pic>
        <p:nvPicPr>
          <p:cNvPr id="16" name="Image 1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B5BFAEC-E865-5D51-0CB9-A87109BB00E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3" name="Image 2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A214D05-C608-4B92-B2B5-21463204E3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898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3F3690AF-B0BA-0F55-EA22-629042816B2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 b="5495"/>
          <a:stretch/>
        </p:blipFill>
        <p:spPr>
          <a:xfrm>
            <a:off x="3142162" y="1874752"/>
            <a:ext cx="5907673" cy="37191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7B33106E-14C6-B078-4B67-34B28F53C923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5574162"/>
            <a:ext cx="9351699" cy="412985"/>
          </a:xfrm>
          <a:prstGeom prst="rect">
            <a:avLst/>
          </a:prstGeom>
          <a:ln>
            <a:noFill/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1A2C502-DDB3-D706-49B8-6A7676FB2DEC}"/>
              </a:ext>
            </a:extLst>
          </p:cNvPr>
          <p:cNvSpPr/>
          <p:nvPr/>
        </p:nvSpPr>
        <p:spPr>
          <a:xfrm>
            <a:off x="3590926" y="2563233"/>
            <a:ext cx="1734109" cy="285750"/>
          </a:xfrm>
          <a:prstGeom prst="rect">
            <a:avLst/>
          </a:prstGeom>
          <a:solidFill>
            <a:srgbClr val="FF8324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D459E0CE-C67C-D6EF-7311-396DAC0F7008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72" t="23483" r="30231" b="64734"/>
          <a:stretch/>
        </p:blipFill>
        <p:spPr>
          <a:xfrm>
            <a:off x="3765698" y="5572980"/>
            <a:ext cx="4260702" cy="414167"/>
          </a:xfrm>
          <a:prstGeom prst="rect">
            <a:avLst/>
          </a:prstGeom>
          <a:ln>
            <a:noFill/>
          </a:ln>
        </p:spPr>
      </p:pic>
      <p:pic>
        <p:nvPicPr>
          <p:cNvPr id="13" name="Image 12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64A4D1FC-9831-0070-B334-0E5A26F5D2C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853" y="2556320"/>
            <a:ext cx="1481806" cy="1481806"/>
          </a:xfrm>
          <a:prstGeom prst="rect">
            <a:avLst/>
          </a:prstGeom>
        </p:spPr>
      </p:pic>
      <p:pic>
        <p:nvPicPr>
          <p:cNvPr id="16" name="Image 1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818A325-248A-F55C-80E5-1826C2A5FFF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3" name="Image 2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B9F43DB-DEC0-D3CD-C24F-C4C0AE4364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3440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BE1DAC30-170E-5929-EE01-D06DB6C3D67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 b="5495"/>
          <a:stretch/>
        </p:blipFill>
        <p:spPr>
          <a:xfrm>
            <a:off x="3142162" y="1874752"/>
            <a:ext cx="5907673" cy="37191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7B33106E-14C6-B078-4B67-34B28F53C923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5574162"/>
            <a:ext cx="9351699" cy="412985"/>
          </a:xfrm>
          <a:prstGeom prst="rect">
            <a:avLst/>
          </a:prstGeom>
          <a:ln>
            <a:noFill/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ECAC559-A9E4-FE12-0408-60386886A279}"/>
              </a:ext>
            </a:extLst>
          </p:cNvPr>
          <p:cNvSpPr/>
          <p:nvPr/>
        </p:nvSpPr>
        <p:spPr>
          <a:xfrm>
            <a:off x="3590926" y="3011473"/>
            <a:ext cx="5458910" cy="285750"/>
          </a:xfrm>
          <a:prstGeom prst="rect">
            <a:avLst/>
          </a:prstGeom>
          <a:solidFill>
            <a:srgbClr val="FF8324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BA86D1E-59D7-A1FA-0BB0-3C7E01121CF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769" t="23517" r="7396" b="64734"/>
          <a:stretch/>
        </p:blipFill>
        <p:spPr>
          <a:xfrm>
            <a:off x="8026400" y="5574162"/>
            <a:ext cx="2162176" cy="412985"/>
          </a:xfrm>
          <a:prstGeom prst="rect">
            <a:avLst/>
          </a:prstGeom>
          <a:ln>
            <a:noFill/>
          </a:ln>
        </p:spPr>
      </p:pic>
      <p:pic>
        <p:nvPicPr>
          <p:cNvPr id="16" name="Image 15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575E535D-AFEC-5ADD-6BCC-E014340DAD2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853" y="2556320"/>
            <a:ext cx="1481806" cy="1481806"/>
          </a:xfrm>
          <a:prstGeom prst="rect">
            <a:avLst/>
          </a:prstGeom>
        </p:spPr>
      </p:pic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737B192-A90E-979C-07DD-D9E08B83A5D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0CC116ED-C00C-C0C6-C79D-2CB7CD57A4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124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6682D9B4-08E3-DDBD-0B85-71588EBBA75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 b="5495"/>
          <a:stretch/>
        </p:blipFill>
        <p:spPr>
          <a:xfrm>
            <a:off x="3142162" y="1874752"/>
            <a:ext cx="5907673" cy="37191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7B33106E-14C6-B078-4B67-34B28F53C923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5574162"/>
            <a:ext cx="9351699" cy="412985"/>
          </a:xfrm>
          <a:prstGeom prst="rect">
            <a:avLst/>
          </a:prstGeom>
          <a:ln>
            <a:noFill/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D5C3670-6606-C36E-4C11-D0F954B71FEB}"/>
              </a:ext>
            </a:extLst>
          </p:cNvPr>
          <p:cNvSpPr/>
          <p:nvPr/>
        </p:nvSpPr>
        <p:spPr>
          <a:xfrm>
            <a:off x="3590926" y="3235592"/>
            <a:ext cx="5458910" cy="285750"/>
          </a:xfrm>
          <a:prstGeom prst="rect">
            <a:avLst/>
          </a:prstGeom>
          <a:solidFill>
            <a:srgbClr val="FF8324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AFA5B444-8FEB-C848-1C17-434386389400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570" t="23517" r="3272" b="64734"/>
          <a:stretch/>
        </p:blipFill>
        <p:spPr>
          <a:xfrm>
            <a:off x="10185401" y="5575500"/>
            <a:ext cx="393700" cy="412985"/>
          </a:xfrm>
          <a:prstGeom prst="rect">
            <a:avLst/>
          </a:prstGeom>
          <a:ln>
            <a:noFill/>
          </a:ln>
        </p:spPr>
      </p:pic>
      <p:pic>
        <p:nvPicPr>
          <p:cNvPr id="16" name="Image 15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1BF7FC0C-ECCB-7A40-4C95-1205FE9D4A6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853" y="2556320"/>
            <a:ext cx="1481806" cy="1481806"/>
          </a:xfrm>
          <a:prstGeom prst="rect">
            <a:avLst/>
          </a:prstGeom>
        </p:spPr>
      </p:pic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293DD7E-D54D-C44A-055C-6FA8F1661EE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35DA93BE-848E-487E-5608-D95A9770CB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385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7" name="Sous-titre 6">
            <a:extLst>
              <a:ext uri="{FF2B5EF4-FFF2-40B4-BE49-F238E27FC236}">
                <a16:creationId xmlns:a16="http://schemas.microsoft.com/office/drawing/2014/main" id="{5A18BF40-B958-9B1D-A2E1-A34AB31CE2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69C246C-E7C0-A17D-A333-0D67DE579ADC}"/>
              </a:ext>
            </a:extLst>
          </p:cNvPr>
          <p:cNvSpPr txBox="1">
            <a:spLocks/>
          </p:cNvSpPr>
          <p:nvPr/>
        </p:nvSpPr>
        <p:spPr>
          <a:xfrm>
            <a:off x="3334544" y="1568721"/>
            <a:ext cx="5522912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PDF</a:t>
            </a:r>
            <a:endParaRPr lang="fr-CH" dirty="0"/>
          </a:p>
        </p:txBody>
      </p:sp>
      <p:pic>
        <p:nvPicPr>
          <p:cNvPr id="4" name="Image 3" descr="Une image contenant Police, capture d’écran, Graphique, texte&#10;&#10;Description générée automatiquement">
            <a:extLst>
              <a:ext uri="{FF2B5EF4-FFF2-40B4-BE49-F238E27FC236}">
                <a16:creationId xmlns:a16="http://schemas.microsoft.com/office/drawing/2014/main" id="{4BBFB0B6-6335-E82F-E000-8A88BEB7591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432"/>
            <a:ext cx="957600" cy="957600"/>
          </a:xfrm>
          <a:prstGeom prst="rect">
            <a:avLst/>
          </a:prstGeom>
        </p:spPr>
      </p:pic>
      <p:pic>
        <p:nvPicPr>
          <p:cNvPr id="5" name="Image 4" descr="Une image contenant Police, capture d’écran, Graphique, texte&#10;&#10;Description générée automatiquement">
            <a:extLst>
              <a:ext uri="{FF2B5EF4-FFF2-40B4-BE49-F238E27FC236}">
                <a16:creationId xmlns:a16="http://schemas.microsoft.com/office/drawing/2014/main" id="{6DCD688F-C55E-54DD-D73A-EC1CAF777EF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346" y="2959255"/>
            <a:ext cx="2028743" cy="2028743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7965BFFA-ADEE-36A7-FD6B-AFCD92C1340D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9" name="Image 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A213D2D9-A873-6A8B-20BA-766C43FDCBE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1" name="Image 10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06B7E0BD-133E-426F-BD03-BAB5C726B0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5911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3714844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BF1F81-7AF2-989A-742F-26483CCDE3BD}"/>
              </a:ext>
            </a:extLst>
          </p:cNvPr>
          <p:cNvSpPr/>
          <p:nvPr/>
        </p:nvSpPr>
        <p:spPr>
          <a:xfrm>
            <a:off x="3749674" y="3713752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4" name="Image 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38C21D2F-D981-5479-B436-3646D6AEE26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0363" y="6097149"/>
            <a:ext cx="414167" cy="414167"/>
          </a:xfrm>
          <a:prstGeom prst="rect">
            <a:avLst/>
          </a:prstGeom>
        </p:spPr>
      </p:pic>
      <p:pic>
        <p:nvPicPr>
          <p:cNvPr id="6" name="Image 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161956FE-1213-E939-978E-409BD269FED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8" name="Image 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250F3280-01DA-B254-CB43-A29D334206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120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896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C8792B2-A450-DF45-FB9C-FA9491B5F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5344523"/>
            <a:ext cx="5400000" cy="1513477"/>
          </a:xfrm>
          <a:prstGeom prst="rect">
            <a:avLst/>
          </a:prstGeom>
        </p:spPr>
      </p:pic>
      <p:pic>
        <p:nvPicPr>
          <p:cNvPr id="15" name="Image 1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D8DB17E5-462D-D7CA-B588-6A750EFFD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9DEBA62-291A-5582-5B24-9B791CD2F98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20" name="Image 19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2D21A65-FE9B-D97D-49E3-BD3EB0505C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0363" y="6097149"/>
            <a:ext cx="414167" cy="414167"/>
          </a:xfrm>
          <a:prstGeom prst="rect">
            <a:avLst/>
          </a:prstGeom>
        </p:spPr>
      </p:pic>
      <p:sp>
        <p:nvSpPr>
          <p:cNvPr id="23" name="Titre 1">
            <a:extLst>
              <a:ext uri="{FF2B5EF4-FFF2-40B4-BE49-F238E27FC236}">
                <a16:creationId xmlns:a16="http://schemas.microsoft.com/office/drawing/2014/main" id="{DF99ABDB-987A-DA66-64BD-0FF0233203F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CBA37B-237E-69D6-DFAE-B7FA7BF1776A}"/>
              </a:ext>
            </a:extLst>
          </p:cNvPr>
          <p:cNvSpPr/>
          <p:nvPr/>
        </p:nvSpPr>
        <p:spPr>
          <a:xfrm>
            <a:off x="3749674" y="1513477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428858-27B6-1E2F-916F-61588F853375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082A4510-D074-5ECB-14B8-8C33BA136DDB}"/>
              </a:ext>
            </a:extLst>
          </p:cNvPr>
          <p:cNvGrpSpPr/>
          <p:nvPr/>
        </p:nvGrpSpPr>
        <p:grpSpPr>
          <a:xfrm>
            <a:off x="1729880" y="2571745"/>
            <a:ext cx="2141167" cy="2699260"/>
            <a:chOff x="1729880" y="2571745"/>
            <a:chExt cx="2141167" cy="2699260"/>
          </a:xfrm>
        </p:grpSpPr>
        <p:pic>
          <p:nvPicPr>
            <p:cNvPr id="27" name="Image 26" descr="Une image contenant orange, capture d’écran&#10;&#10;Description générée automatiquement">
              <a:extLst>
                <a:ext uri="{FF2B5EF4-FFF2-40B4-BE49-F238E27FC236}">
                  <a16:creationId xmlns:a16="http://schemas.microsoft.com/office/drawing/2014/main" id="{F58E1771-26B2-6A75-EB9B-555CE62999F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9880" y="2571745"/>
              <a:ext cx="2141167" cy="2141167"/>
            </a:xfrm>
            <a:prstGeom prst="rect">
              <a:avLst/>
            </a:prstGeom>
          </p:spPr>
        </p:pic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AADCAA24-7143-9488-3C4C-6FECFDA4B558}"/>
                </a:ext>
              </a:extLst>
            </p:cNvPr>
            <p:cNvSpPr txBox="1"/>
            <p:nvPr/>
          </p:nvSpPr>
          <p:spPr>
            <a:xfrm>
              <a:off x="1788978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Chef de Projet</a:t>
              </a:r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8DDC7C-4DE0-1CF4-3005-04F9F3A2FA4D}"/>
              </a:ext>
            </a:extLst>
          </p:cNvPr>
          <p:cNvGrpSpPr/>
          <p:nvPr/>
        </p:nvGrpSpPr>
        <p:grpSpPr>
          <a:xfrm>
            <a:off x="5048947" y="2571745"/>
            <a:ext cx="2141167" cy="2699260"/>
            <a:chOff x="5048947" y="2571745"/>
            <a:chExt cx="2141167" cy="2699260"/>
          </a:xfrm>
        </p:grpSpPr>
        <p:pic>
          <p:nvPicPr>
            <p:cNvPr id="25" name="Image 24" descr="Une image contenant cercle, Graphique&#10;&#10;Description générée automatiquement">
              <a:extLst>
                <a:ext uri="{FF2B5EF4-FFF2-40B4-BE49-F238E27FC236}">
                  <a16:creationId xmlns:a16="http://schemas.microsoft.com/office/drawing/2014/main" id="{DC591F8E-1D1D-CDAC-CC18-3AACDE46F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48947" y="2571745"/>
              <a:ext cx="2141167" cy="2141167"/>
            </a:xfrm>
            <a:prstGeom prst="rect">
              <a:avLst/>
            </a:prstGeom>
          </p:spPr>
        </p:pic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04B1557-5D43-48FC-1532-1F53737E8A01}"/>
                </a:ext>
              </a:extLst>
            </p:cNvPr>
            <p:cNvSpPr txBox="1"/>
            <p:nvPr/>
          </p:nvSpPr>
          <p:spPr>
            <a:xfrm>
              <a:off x="5084514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Sprints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0FA65078-051B-8ED6-8F22-F7328751E54F}"/>
              </a:ext>
            </a:extLst>
          </p:cNvPr>
          <p:cNvGrpSpPr/>
          <p:nvPr/>
        </p:nvGrpSpPr>
        <p:grpSpPr>
          <a:xfrm>
            <a:off x="8480515" y="2592227"/>
            <a:ext cx="2022970" cy="2678778"/>
            <a:chOff x="8480515" y="2592227"/>
            <a:chExt cx="2022970" cy="2678778"/>
          </a:xfrm>
        </p:grpSpPr>
        <p:pic>
          <p:nvPicPr>
            <p:cNvPr id="5" name="Image 4" descr="Une image contenant texte, Police, capture d’écran, Graphique&#10;&#10;Description générée automatiquement">
              <a:extLst>
                <a:ext uri="{FF2B5EF4-FFF2-40B4-BE49-F238E27FC236}">
                  <a16:creationId xmlns:a16="http://schemas.microsoft.com/office/drawing/2014/main" id="{B659CF79-5BA4-77C3-B06C-7A6F457601B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329" y="2592227"/>
              <a:ext cx="1987342" cy="1987342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0FB2D0B2-581F-3496-B58B-B3B360D9125A}"/>
                </a:ext>
              </a:extLst>
            </p:cNvPr>
            <p:cNvSpPr txBox="1"/>
            <p:nvPr/>
          </p:nvSpPr>
          <p:spPr>
            <a:xfrm>
              <a:off x="8480515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User Stories</a:t>
              </a:r>
            </a:p>
          </p:txBody>
        </p:sp>
      </p:grpSp>
      <p:pic>
        <p:nvPicPr>
          <p:cNvPr id="13" name="Image 12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24A3A5A-1E58-6AD4-F47C-768159F5D59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EB6DE050-1868-5D56-4779-F2C46CBEE2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120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5032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C8792B2-A450-DF45-FB9C-FA9491B5F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5344523"/>
            <a:ext cx="5400000" cy="1513477"/>
          </a:xfrm>
          <a:prstGeom prst="rect">
            <a:avLst/>
          </a:prstGeom>
        </p:spPr>
      </p:pic>
      <p:pic>
        <p:nvPicPr>
          <p:cNvPr id="15" name="Image 1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D8DB17E5-462D-D7CA-B588-6A750EFFD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9DEBA62-291A-5582-5B24-9B791CD2F98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20" name="Image 19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2D21A65-FE9B-D97D-49E3-BD3EB0505C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0363" y="6097149"/>
            <a:ext cx="414167" cy="414167"/>
          </a:xfrm>
          <a:prstGeom prst="rect">
            <a:avLst/>
          </a:prstGeom>
        </p:spPr>
      </p:pic>
      <p:sp>
        <p:nvSpPr>
          <p:cNvPr id="23" name="Titre 1">
            <a:extLst>
              <a:ext uri="{FF2B5EF4-FFF2-40B4-BE49-F238E27FC236}">
                <a16:creationId xmlns:a16="http://schemas.microsoft.com/office/drawing/2014/main" id="{DF99ABDB-987A-DA66-64BD-0FF0233203F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CBA37B-237E-69D6-DFAE-B7FA7BF1776A}"/>
              </a:ext>
            </a:extLst>
          </p:cNvPr>
          <p:cNvSpPr/>
          <p:nvPr/>
        </p:nvSpPr>
        <p:spPr>
          <a:xfrm>
            <a:off x="3749674" y="1513477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428858-27B6-1E2F-916F-61588F853375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1700F490-9370-867A-E434-4CD03FC273F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7170635"/>
              </p:ext>
            </p:extLst>
          </p:nvPr>
        </p:nvGraphicFramePr>
        <p:xfrm>
          <a:off x="2111255" y="1787312"/>
          <a:ext cx="7969488" cy="40313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pic>
        <p:nvPicPr>
          <p:cNvPr id="5" name="Image 4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C68237C-6C29-9C9F-9273-EEA23A4812A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AF5F4C83-9794-15CE-2315-522C8FC5BE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120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5160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C8792B2-A450-DF45-FB9C-FA9491B5F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5344523"/>
            <a:ext cx="5400000" cy="1513477"/>
          </a:xfrm>
          <a:prstGeom prst="rect">
            <a:avLst/>
          </a:prstGeom>
        </p:spPr>
      </p:pic>
      <p:pic>
        <p:nvPicPr>
          <p:cNvPr id="15" name="Image 1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D8DB17E5-462D-D7CA-B588-6A750EFFD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9DEBA62-291A-5582-5B24-9B791CD2F98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20" name="Image 19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2D21A65-FE9B-D97D-49E3-BD3EB0505C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0363" y="6097149"/>
            <a:ext cx="414167" cy="414167"/>
          </a:xfrm>
          <a:prstGeom prst="rect">
            <a:avLst/>
          </a:prstGeom>
        </p:spPr>
      </p:pic>
      <p:sp>
        <p:nvSpPr>
          <p:cNvPr id="23" name="Titre 1">
            <a:extLst>
              <a:ext uri="{FF2B5EF4-FFF2-40B4-BE49-F238E27FC236}">
                <a16:creationId xmlns:a16="http://schemas.microsoft.com/office/drawing/2014/main" id="{DF99ABDB-987A-DA66-64BD-0FF0233203F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CBA37B-237E-69D6-DFAE-B7FA7BF1776A}"/>
              </a:ext>
            </a:extLst>
          </p:cNvPr>
          <p:cNvSpPr/>
          <p:nvPr/>
        </p:nvSpPr>
        <p:spPr>
          <a:xfrm>
            <a:off x="3749674" y="1513477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428858-27B6-1E2F-916F-61588F853375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6922EFB4-A91C-080F-4EA6-FC59D9A01867}"/>
              </a:ext>
            </a:extLst>
          </p:cNvPr>
          <p:cNvSpPr txBox="1"/>
          <p:nvPr/>
        </p:nvSpPr>
        <p:spPr>
          <a:xfrm>
            <a:off x="4864210" y="1768446"/>
            <a:ext cx="39719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800" dirty="0"/>
              <a:t>Visual Studio Code 2024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070CE78D-EB98-575F-9B4E-B148E24ACB7C}"/>
              </a:ext>
            </a:extLst>
          </p:cNvPr>
          <p:cNvSpPr txBox="1"/>
          <p:nvPr/>
        </p:nvSpPr>
        <p:spPr>
          <a:xfrm>
            <a:off x="4864210" y="2629770"/>
            <a:ext cx="39719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800" dirty="0"/>
              <a:t>Suite office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D1A4DA0C-ED91-AE95-9EA5-52253039B52E}"/>
              </a:ext>
            </a:extLst>
          </p:cNvPr>
          <p:cNvSpPr txBox="1"/>
          <p:nvPr/>
        </p:nvSpPr>
        <p:spPr>
          <a:xfrm>
            <a:off x="4864212" y="3449869"/>
            <a:ext cx="39719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800" dirty="0"/>
              <a:t>GitHub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109CD81F-1B8E-1006-2F20-DDBF764E7CCF}"/>
              </a:ext>
            </a:extLst>
          </p:cNvPr>
          <p:cNvSpPr txBox="1"/>
          <p:nvPr/>
        </p:nvSpPr>
        <p:spPr>
          <a:xfrm>
            <a:off x="4864212" y="4291339"/>
            <a:ext cx="39719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800" dirty="0"/>
              <a:t>Draw.io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E584B6D0-0975-3945-0F70-97830A72B817}"/>
              </a:ext>
            </a:extLst>
          </p:cNvPr>
          <p:cNvSpPr txBox="1"/>
          <p:nvPr/>
        </p:nvSpPr>
        <p:spPr>
          <a:xfrm>
            <a:off x="4864213" y="5144308"/>
            <a:ext cx="39719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800" dirty="0" err="1"/>
              <a:t>Figma</a:t>
            </a:r>
            <a:endParaRPr lang="fr-CH" sz="2800" dirty="0"/>
          </a:p>
        </p:txBody>
      </p:sp>
      <p:pic>
        <p:nvPicPr>
          <p:cNvPr id="36" name="Image 35" descr="Une image contenant clipart, Graphique, conception, dessin humoristique&#10;&#10;Description générée automatiquement">
            <a:extLst>
              <a:ext uri="{FF2B5EF4-FFF2-40B4-BE49-F238E27FC236}">
                <a16:creationId xmlns:a16="http://schemas.microsoft.com/office/drawing/2014/main" id="{9AE1E27A-A1DA-9CB0-5518-FD329EB3E77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3416" y="4223549"/>
            <a:ext cx="658446" cy="658800"/>
          </a:xfrm>
          <a:prstGeom prst="rect">
            <a:avLst/>
          </a:prstGeom>
        </p:spPr>
      </p:pic>
      <p:pic>
        <p:nvPicPr>
          <p:cNvPr id="37" name="Image 36" descr="Une image contenant Caractère coloré, Graphique, cercle, graphisme&#10;&#10;Description générée automatiquement">
            <a:extLst>
              <a:ext uri="{FF2B5EF4-FFF2-40B4-BE49-F238E27FC236}">
                <a16:creationId xmlns:a16="http://schemas.microsoft.com/office/drawing/2014/main" id="{A65AF7B5-139C-3526-D822-66CB87CE359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2447" y="5081078"/>
            <a:ext cx="439288" cy="658800"/>
          </a:xfrm>
          <a:prstGeom prst="rect">
            <a:avLst/>
          </a:prstGeom>
        </p:spPr>
      </p:pic>
      <p:pic>
        <p:nvPicPr>
          <p:cNvPr id="38" name="Image 37" descr="Une image contenant chat, mammifère, silhouette&#10;&#10;Description générée automatiquement">
            <a:extLst>
              <a:ext uri="{FF2B5EF4-FFF2-40B4-BE49-F238E27FC236}">
                <a16:creationId xmlns:a16="http://schemas.microsoft.com/office/drawing/2014/main" id="{17E74F22-4BD0-8A36-BFFC-CFA2677695E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3416" y="3382079"/>
            <a:ext cx="658800" cy="658800"/>
          </a:xfrm>
          <a:prstGeom prst="rect">
            <a:avLst/>
          </a:prstGeom>
        </p:spPr>
      </p:pic>
      <p:pic>
        <p:nvPicPr>
          <p:cNvPr id="39" name="Image 38" descr="Une image contenant Graphique, graphisme, capture d’écran, orange&#10;&#10;Description générée automatiquement">
            <a:extLst>
              <a:ext uri="{FF2B5EF4-FFF2-40B4-BE49-F238E27FC236}">
                <a16:creationId xmlns:a16="http://schemas.microsoft.com/office/drawing/2014/main" id="{621889AF-6DC8-88F5-3CFC-C3DB2F22814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1720" y="2540609"/>
            <a:ext cx="540742" cy="658800"/>
          </a:xfrm>
          <a:prstGeom prst="rect">
            <a:avLst/>
          </a:prstGeom>
        </p:spPr>
      </p:pic>
      <p:pic>
        <p:nvPicPr>
          <p:cNvPr id="40" name="Image 39" descr="Une image contenant Graphique, Lilas, Caractère coloré, violet&#10;&#10;Description générée automatiquement">
            <a:extLst>
              <a:ext uri="{FF2B5EF4-FFF2-40B4-BE49-F238E27FC236}">
                <a16:creationId xmlns:a16="http://schemas.microsoft.com/office/drawing/2014/main" id="{9FFD57C2-60DE-9CB1-28ED-1CA99F59681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3416" y="1700589"/>
            <a:ext cx="657350" cy="657350"/>
          </a:xfrm>
          <a:prstGeom prst="rect">
            <a:avLst/>
          </a:prstGeom>
        </p:spPr>
      </p:pic>
      <p:pic>
        <p:nvPicPr>
          <p:cNvPr id="41" name="Image 4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4012DB5-3900-2412-0D75-EB79D73600E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44" name="Image 4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D160251-29A4-8189-D0FC-73157607E8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120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9100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MOMENT CLE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3714844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9A1F323-0716-5C66-C4FB-FB83FA90B031}"/>
              </a:ext>
            </a:extLst>
          </p:cNvPr>
          <p:cNvSpPr/>
          <p:nvPr/>
        </p:nvSpPr>
        <p:spPr>
          <a:xfrm>
            <a:off x="3936732" y="3713752"/>
            <a:ext cx="4318534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3" name="Image 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03E957B-2233-8A1A-1C1E-A8C4DA41D8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5208" y="6097149"/>
            <a:ext cx="414167" cy="41416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1EBEE83-A21F-AD4E-A3BA-0AE1D39BACD2}"/>
              </a:ext>
            </a:extLst>
          </p:cNvPr>
          <p:cNvSpPr/>
          <p:nvPr/>
        </p:nvSpPr>
        <p:spPr>
          <a:xfrm>
            <a:off x="7088981" y="321469"/>
            <a:ext cx="447675" cy="4095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6FC33249-7281-3E35-6099-382C3A2E9E7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0" name="Image 9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5AC5C3AE-001B-33C9-B620-B2643078DC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540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482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noir, capture d’écran, obscurité&#10;&#10;Description générée automatiquement">
            <a:extLst>
              <a:ext uri="{FF2B5EF4-FFF2-40B4-BE49-F238E27FC236}">
                <a16:creationId xmlns:a16="http://schemas.microsoft.com/office/drawing/2014/main" id="{0811F0DB-194F-0C81-AA2A-8C3365932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151347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FD7BA15-C623-9903-B7E4-9FCB15EA34A1}"/>
              </a:ext>
            </a:extLst>
          </p:cNvPr>
          <p:cNvSpPr/>
          <p:nvPr/>
        </p:nvSpPr>
        <p:spPr>
          <a:xfrm>
            <a:off x="7088981" y="321469"/>
            <a:ext cx="447675" cy="4095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2" name="Image 11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E5747CF6-4167-98C6-ECF7-B91657A1B1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2689454" cy="5400000"/>
          </a:xfrm>
          <a:prstGeom prst="rect">
            <a:avLst/>
          </a:prstGeom>
        </p:spPr>
      </p:pic>
      <p:pic>
        <p:nvPicPr>
          <p:cNvPr id="16" name="Image 1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D9DE2CAE-7762-D5C4-7B11-94184DF364B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7" name="Image 1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AB968212-93B8-19A5-C195-3A00EED5BD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5208" y="6097149"/>
            <a:ext cx="414167" cy="414167"/>
          </a:xfrm>
          <a:prstGeom prst="rect">
            <a:avLst/>
          </a:prstGeom>
        </p:spPr>
      </p:pic>
      <p:sp>
        <p:nvSpPr>
          <p:cNvPr id="18" name="Titre 1">
            <a:extLst>
              <a:ext uri="{FF2B5EF4-FFF2-40B4-BE49-F238E27FC236}">
                <a16:creationId xmlns:a16="http://schemas.microsoft.com/office/drawing/2014/main" id="{5BA93479-4211-6A6F-2BBE-359536ACF542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MOMENT CLE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779A980-A098-A6B1-6D33-7EB9A882D05E}"/>
              </a:ext>
            </a:extLst>
          </p:cNvPr>
          <p:cNvSpPr/>
          <p:nvPr/>
        </p:nvSpPr>
        <p:spPr>
          <a:xfrm>
            <a:off x="3936732" y="1513477"/>
            <a:ext cx="4318534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E6FF8439-5A98-B656-F382-D62AAF3E6E63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73B1F2E-9B90-1BE4-26A1-4C41D8C06636}"/>
              </a:ext>
            </a:extLst>
          </p:cNvPr>
          <p:cNvSpPr txBox="1"/>
          <p:nvPr/>
        </p:nvSpPr>
        <p:spPr>
          <a:xfrm>
            <a:off x="1473478" y="2114716"/>
            <a:ext cx="80290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- monter fichier généré</a:t>
            </a: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63BD571-4A54-1924-3E8B-FD33628EFC06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5" name="Image 4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27339F60-FFB0-D7A5-29FB-1C7192B2341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DC85A6A-5391-676E-09CA-62DB8022A7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540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517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EC77E4D-2F83-558C-8106-F85CA83ADBF7}"/>
              </a:ext>
            </a:extLst>
          </p:cNvPr>
          <p:cNvSpPr/>
          <p:nvPr/>
        </p:nvSpPr>
        <p:spPr>
          <a:xfrm>
            <a:off x="5194301" y="3713752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CBADE01-DAFC-E6F5-DC56-1DDB732B62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82522" y="437679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PRODUIT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8108891E-0461-5DC1-C82F-C26D89E1A59D}"/>
              </a:ext>
            </a:extLst>
          </p:cNvPr>
          <p:cNvSpPr txBox="1">
            <a:spLocks/>
          </p:cNvSpPr>
          <p:nvPr/>
        </p:nvSpPr>
        <p:spPr>
          <a:xfrm>
            <a:off x="6095999" y="4376791"/>
            <a:ext cx="1513477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dirty="0"/>
              <a:t>PERSONEL</a:t>
            </a:r>
          </a:p>
        </p:txBody>
      </p:sp>
      <p:pic>
        <p:nvPicPr>
          <p:cNvPr id="6" name="Image 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C21952F1-5068-1ACC-CDD5-25C2E697E1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2843" y="6097149"/>
            <a:ext cx="414167" cy="414167"/>
          </a:xfrm>
          <a:prstGeom prst="rect">
            <a:avLst/>
          </a:prstGeom>
        </p:spPr>
      </p:pic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0D70373-18AA-911E-9CCF-1C0306CB982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9" name="Image 8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000CB8A-E602-A917-DF09-08DB8ACDF4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363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EC4EBA10-3B22-E343-3DCA-946A99C28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PRODUIT</a:t>
            </a:r>
          </a:p>
        </p:txBody>
      </p:sp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9100DAA8-B6AC-2D80-9469-84B6449DF94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7DB1E783-77A1-5014-023B-1ED0E167DF08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E712BE-B390-D236-41FC-4AD9079363C0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3E73BB49-F760-2961-519A-3227C2CA5947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4659154-6BAE-D2F0-477F-5E1AC1B01135}"/>
              </a:ext>
            </a:extLst>
          </p:cNvPr>
          <p:cNvSpPr txBox="1"/>
          <p:nvPr/>
        </p:nvSpPr>
        <p:spPr>
          <a:xfrm>
            <a:off x="2162681" y="2049503"/>
            <a:ext cx="8029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problèmes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5DFF83E-C166-C64D-32A5-4ABB9062DC6F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538E67A1-519D-EAB8-1C17-A1D3C2B083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516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EC4EBA10-3B22-E343-3DCA-946A99C28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PRODUIT</a:t>
            </a:r>
          </a:p>
        </p:txBody>
      </p:sp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9100DAA8-B6AC-2D80-9469-84B6449DF94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1" name="Image 10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6285839-40DB-0E9A-51B1-07ABF8B74C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2843" y="6097149"/>
            <a:ext cx="414167" cy="414167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7DB1E783-77A1-5014-023B-1ED0E167DF08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E712BE-B390-D236-41FC-4AD9079363C0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3E73BB49-F760-2961-519A-3227C2CA5947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4659154-6BAE-D2F0-477F-5E1AC1B01135}"/>
              </a:ext>
            </a:extLst>
          </p:cNvPr>
          <p:cNvSpPr txBox="1"/>
          <p:nvPr/>
        </p:nvSpPr>
        <p:spPr>
          <a:xfrm>
            <a:off x="1473478" y="2114716"/>
            <a:ext cx="8029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Erreurs restantes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5DFF83E-C166-C64D-32A5-4ABB9062DC6F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50EA0187-A0CA-B435-3E4C-88FF1FDEC31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AB164E88-D2C2-6204-20DD-9CFA197470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230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EC4EBA10-3B22-E343-3DCA-946A99C28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PRODUIT</a:t>
            </a:r>
          </a:p>
        </p:txBody>
      </p:sp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9100DAA8-B6AC-2D80-9469-84B6449DF94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1" name="Image 10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6285839-40DB-0E9A-51B1-07ABF8B74C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2843" y="6097149"/>
            <a:ext cx="414167" cy="414167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7DB1E783-77A1-5014-023B-1ED0E167DF08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E712BE-B390-D236-41FC-4AD9079363C0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3E73BB49-F760-2961-519A-3227C2CA5947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4659154-6BAE-D2F0-477F-5E1AC1B01135}"/>
              </a:ext>
            </a:extLst>
          </p:cNvPr>
          <p:cNvSpPr txBox="1"/>
          <p:nvPr/>
        </p:nvSpPr>
        <p:spPr>
          <a:xfrm>
            <a:off x="1473478" y="2114716"/>
            <a:ext cx="8029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améliorations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5DFF83E-C166-C64D-32A5-4ABB9062DC6F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2B6B210-66C4-83B4-B321-C930DE002C2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ED3BD6F7-77F7-5B71-8494-2B39483A90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2450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5" name="Image 4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210AC3D-A3AF-2F1D-FB0F-9923A1CF3C3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B51D2DFC-B6F3-C720-4A07-4FD8F9A922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2843" y="6097149"/>
            <a:ext cx="414167" cy="414167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E2260739-83C7-5D4B-6A3F-5A8F57952BEB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CC0C3A-A11A-4C31-734B-2037809C3D48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0D6936E9-AD2C-87BD-C62B-ED59440A7FBC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10" name="Sous-titre 2">
            <a:extLst>
              <a:ext uri="{FF2B5EF4-FFF2-40B4-BE49-F238E27FC236}">
                <a16:creationId xmlns:a16="http://schemas.microsoft.com/office/drawing/2014/main" id="{BC5C4456-88DC-152C-8A84-F4235E658B30}"/>
              </a:ext>
            </a:extLst>
          </p:cNvPr>
          <p:cNvSpPr txBox="1">
            <a:spLocks/>
          </p:cNvSpPr>
          <p:nvPr/>
        </p:nvSpPr>
        <p:spPr>
          <a:xfrm>
            <a:off x="5339260" y="1568721"/>
            <a:ext cx="1513477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dirty="0"/>
              <a:t>PERSONEL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66F6BB76-741D-F9C7-31AF-C31350B45C5A}"/>
              </a:ext>
            </a:extLst>
          </p:cNvPr>
          <p:cNvSpPr txBox="1"/>
          <p:nvPr/>
        </p:nvSpPr>
        <p:spPr>
          <a:xfrm>
            <a:off x="1473478" y="2143291"/>
            <a:ext cx="80290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- monter fichier généré</a:t>
            </a: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6081884-35FF-A103-BA9E-50CAC57791E1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727C7C5-84EF-B869-EF89-9A5E6AA326A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2" name="Image 11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310C2DE-10CC-78CF-903E-76138E493A1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5597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6D74A18-0D41-0849-4E11-7B843C85CD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pic>
        <p:nvPicPr>
          <p:cNvPr id="19" name="Image 18" descr="Une image contenant noir, obscurité, noir et blanc, monochrome&#10;&#10;Description générée automatiquement">
            <a:extLst>
              <a:ext uri="{FF2B5EF4-FFF2-40B4-BE49-F238E27FC236}">
                <a16:creationId xmlns:a16="http://schemas.microsoft.com/office/drawing/2014/main" id="{BB17063D-3505-69F8-F411-E34A27F8F7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8524" y="1458000"/>
            <a:ext cx="1513476" cy="5400000"/>
          </a:xfrm>
          <a:prstGeom prst="rect">
            <a:avLst/>
          </a:prstGeom>
        </p:spPr>
      </p:pic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896FB702-4155-2C96-4B7B-E7F6EBE5C7A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22" name="Image 21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71BD2703-3EEC-8137-C172-A12E5253E1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68" y="6097149"/>
            <a:ext cx="414167" cy="414167"/>
          </a:xfrm>
          <a:prstGeom prst="rect">
            <a:avLst/>
          </a:prstGeom>
        </p:spPr>
      </p:pic>
      <p:sp>
        <p:nvSpPr>
          <p:cNvPr id="25" name="Titre 1">
            <a:extLst>
              <a:ext uri="{FF2B5EF4-FFF2-40B4-BE49-F238E27FC236}">
                <a16:creationId xmlns:a16="http://schemas.microsoft.com/office/drawing/2014/main" id="{37E096F8-08C4-7DEC-02E6-27494C264359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QUESTIONS</a:t>
            </a:r>
          </a:p>
        </p:txBody>
      </p:sp>
      <p:pic>
        <p:nvPicPr>
          <p:cNvPr id="27" name="Image 26" descr="Une image contenant Graphique&#10;&#10;Description générée automatiquement">
            <a:extLst>
              <a:ext uri="{FF2B5EF4-FFF2-40B4-BE49-F238E27FC236}">
                <a16:creationId xmlns:a16="http://schemas.microsoft.com/office/drawing/2014/main" id="{852C1283-6BA8-1F38-8CD9-7D3D446D057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9057" y="1797019"/>
            <a:ext cx="3713883" cy="3713883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650C529D-6D1B-7B36-D4C9-A72BE05C4428}"/>
              </a:ext>
            </a:extLst>
          </p:cNvPr>
          <p:cNvSpPr/>
          <p:nvPr/>
        </p:nvSpPr>
        <p:spPr>
          <a:xfrm>
            <a:off x="4272180" y="1513477"/>
            <a:ext cx="364764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90D80FA4-C769-F868-2F4B-893E978FFAE6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E39DD41-583E-23BB-1F79-97772D985AEF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4" name="Image 3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C6B7690-86B2-D07F-D373-0A5F3CEEEAA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5" name="Image 4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AFF35ECC-70A0-B496-A27A-78FD197C75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438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257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901</TotalTime>
  <Words>656</Words>
  <Application>Microsoft Office PowerPoint</Application>
  <PresentationFormat>Grand écran</PresentationFormat>
  <Paragraphs>143</Paragraphs>
  <Slides>35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35</vt:i4>
      </vt:variant>
    </vt:vector>
  </HeadingPairs>
  <TitlesOfParts>
    <vt:vector size="39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SITUER PRODUIT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DGEP - Etat de Vaud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Morgan Dimitri Dussault</dc:creator>
  <cp:lastModifiedBy>Morgan Dimitri Dussault</cp:lastModifiedBy>
  <cp:revision>194</cp:revision>
  <dcterms:created xsi:type="dcterms:W3CDTF">2025-06-04T06:26:03Z</dcterms:created>
  <dcterms:modified xsi:type="dcterms:W3CDTF">2025-06-06T09:53:15Z</dcterms:modified>
</cp:coreProperties>
</file>