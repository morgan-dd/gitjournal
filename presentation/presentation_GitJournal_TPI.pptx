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7"/>
  </p:notesMasterIdLst>
  <p:sldIdLst>
    <p:sldId id="256" r:id="rId2"/>
    <p:sldId id="267" r:id="rId3"/>
    <p:sldId id="268" r:id="rId4"/>
    <p:sldId id="258" r:id="rId5"/>
    <p:sldId id="273" r:id="rId6"/>
    <p:sldId id="274" r:id="rId7"/>
    <p:sldId id="291" r:id="rId8"/>
    <p:sldId id="275" r:id="rId9"/>
    <p:sldId id="283" r:id="rId10"/>
    <p:sldId id="286" r:id="rId11"/>
    <p:sldId id="281" r:id="rId12"/>
    <p:sldId id="282" r:id="rId13"/>
    <p:sldId id="276" r:id="rId14"/>
    <p:sldId id="261" r:id="rId15"/>
    <p:sldId id="284" r:id="rId16"/>
    <p:sldId id="293" r:id="rId17"/>
    <p:sldId id="295" r:id="rId18"/>
    <p:sldId id="296" r:id="rId19"/>
    <p:sldId id="297" r:id="rId20"/>
    <p:sldId id="298" r:id="rId21"/>
    <p:sldId id="299" r:id="rId22"/>
    <p:sldId id="300" r:id="rId23"/>
    <p:sldId id="294" r:id="rId24"/>
    <p:sldId id="277" r:id="rId25"/>
    <p:sldId id="263" r:id="rId26"/>
    <p:sldId id="280" r:id="rId27"/>
    <p:sldId id="301" r:id="rId28"/>
    <p:sldId id="278" r:id="rId29"/>
    <p:sldId id="259" r:id="rId30"/>
    <p:sldId id="279" r:id="rId31"/>
    <p:sldId id="264" r:id="rId32"/>
    <p:sldId id="302" r:id="rId33"/>
    <p:sldId id="303" r:id="rId34"/>
    <p:sldId id="266" r:id="rId35"/>
    <p:sldId id="265" r:id="rId36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8324"/>
    <a:srgbClr val="FFFFFF"/>
    <a:srgbClr val="4472C4"/>
    <a:srgbClr val="FC8124"/>
    <a:srgbClr val="FF842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645" autoAdjust="0"/>
    <p:restoredTop sz="94660"/>
  </p:normalViewPr>
  <p:slideViewPr>
    <p:cSldViewPr snapToGrid="0">
      <p:cViewPr>
        <p:scale>
          <a:sx n="100" d="100"/>
          <a:sy n="100" d="100"/>
        </p:scale>
        <p:origin x="2268" y="15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pg66hua\Documents\GitHub\GitJournal\JDT\total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fr-CH"/>
              <a:t>Heures réalisées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fr-FR"/>
        </a:p>
      </c:txPr>
    </c:title>
    <c:autoTitleDeleted val="0"/>
    <c:plotArea>
      <c:layout>
        <c:manualLayout>
          <c:layoutTarget val="inner"/>
          <c:xMode val="edge"/>
          <c:yMode val="edge"/>
          <c:x val="7.6438571390511606E-2"/>
          <c:y val="0.12649089885733558"/>
          <c:w val="0.90344321067748856"/>
          <c:h val="0.74366448545729136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Feuil1!$C$15</c:f>
              <c:strCache>
                <c:ptCount val="1"/>
                <c:pt idx="0">
                  <c:v>CDC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Feuil1!$D$14:$G$14</c:f>
              <c:strCache>
                <c:ptCount val="4"/>
                <c:pt idx="0">
                  <c:v>Analyse </c:v>
                </c:pt>
                <c:pt idx="1">
                  <c:v>Implementation</c:v>
                </c:pt>
                <c:pt idx="2">
                  <c:v>Test</c:v>
                </c:pt>
                <c:pt idx="3">
                  <c:v>Documentation</c:v>
                </c:pt>
              </c:strCache>
            </c:strRef>
          </c:cat>
          <c:val>
            <c:numRef>
              <c:f>Feuil1!$D$15:$G$15</c:f>
              <c:numCache>
                <c:formatCode>0.00%</c:formatCode>
                <c:ptCount val="4"/>
                <c:pt idx="0">
                  <c:v>0.3</c:v>
                </c:pt>
                <c:pt idx="1">
                  <c:v>0.4</c:v>
                </c:pt>
                <c:pt idx="2">
                  <c:v>0.15</c:v>
                </c:pt>
                <c:pt idx="3">
                  <c:v>0.15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D47-4D3A-8731-D1A917E086B5}"/>
            </c:ext>
          </c:extLst>
        </c:ser>
        <c:ser>
          <c:idx val="1"/>
          <c:order val="1"/>
          <c:tx>
            <c:strRef>
              <c:f>Feuil1!$C$16</c:f>
              <c:strCache>
                <c:ptCount val="1"/>
                <c:pt idx="0">
                  <c:v>Planifiées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Feuil1!$D$14:$G$14</c:f>
              <c:strCache>
                <c:ptCount val="4"/>
                <c:pt idx="0">
                  <c:v>Analyse </c:v>
                </c:pt>
                <c:pt idx="1">
                  <c:v>Implementation</c:v>
                </c:pt>
                <c:pt idx="2">
                  <c:v>Test</c:v>
                </c:pt>
                <c:pt idx="3">
                  <c:v>Documentation</c:v>
                </c:pt>
              </c:strCache>
            </c:strRef>
          </c:cat>
          <c:val>
            <c:numRef>
              <c:f>Feuil1!$D$16:$G$16</c:f>
              <c:numCache>
                <c:formatCode>0.00%</c:formatCode>
                <c:ptCount val="4"/>
                <c:pt idx="0">
                  <c:v>7.9545454545454544E-2</c:v>
                </c:pt>
                <c:pt idx="1">
                  <c:v>0.69318181818181823</c:v>
                </c:pt>
                <c:pt idx="2">
                  <c:v>2.2727272727272728E-2</c:v>
                </c:pt>
                <c:pt idx="3">
                  <c:v>0.20454545454545456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D47-4D3A-8731-D1A917E086B5}"/>
            </c:ext>
          </c:extLst>
        </c:ser>
        <c:ser>
          <c:idx val="2"/>
          <c:order val="2"/>
          <c:tx>
            <c:strRef>
              <c:f>Feuil1!$C$17</c:f>
              <c:strCache>
                <c:ptCount val="1"/>
                <c:pt idx="0">
                  <c:v>Réalisées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Feuil1!$D$14:$G$14</c:f>
              <c:strCache>
                <c:ptCount val="4"/>
                <c:pt idx="0">
                  <c:v>Analyse </c:v>
                </c:pt>
                <c:pt idx="1">
                  <c:v>Implementation</c:v>
                </c:pt>
                <c:pt idx="2">
                  <c:v>Test</c:v>
                </c:pt>
                <c:pt idx="3">
                  <c:v>Documentation</c:v>
                </c:pt>
              </c:strCache>
            </c:strRef>
          </c:cat>
          <c:val>
            <c:numRef>
              <c:f>Feuil1!$D$17:$G$17</c:f>
              <c:numCache>
                <c:formatCode>0.00%</c:formatCode>
                <c:ptCount val="4"/>
                <c:pt idx="0">
                  <c:v>0.17386363636363636</c:v>
                </c:pt>
                <c:pt idx="1">
                  <c:v>0.42272727272727278</c:v>
                </c:pt>
                <c:pt idx="2">
                  <c:v>7.9545454545454544E-2</c:v>
                </c:pt>
                <c:pt idx="3">
                  <c:v>0.32386363636363635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DD47-4D3A-8731-D1A917E086B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725893568"/>
        <c:axId val="1139396336"/>
      </c:barChart>
      <c:catAx>
        <c:axId val="172589356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139396336"/>
        <c:crosses val="autoZero"/>
        <c:auto val="1"/>
        <c:lblAlgn val="ctr"/>
        <c:lblOffset val="100"/>
        <c:noMultiLvlLbl val="0"/>
      </c:catAx>
      <c:valAx>
        <c:axId val="113939633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.0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72589356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fr-FR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fr-FR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CH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9E29ADD-F2C6-419E-B747-3ED62F86C2AF}" type="datetimeFigureOut">
              <a:rPr lang="fr-CH" smtClean="0"/>
              <a:t>09.06.2025</a:t>
            </a:fld>
            <a:endParaRPr lang="fr-CH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CH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CH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34998CF-2CC7-407F-B50B-26CA76AD23D9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0713737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H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4998CF-2CC7-407F-B50B-26CA76AD23D9}" type="slidenum">
              <a:rPr lang="fr-CH" smtClean="0"/>
              <a:t>1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6097738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60182B1-B344-BE29-83A0-A95EC423B0C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B7FBCD96-7A65-27F1-569F-9EBF47223D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46290F3-31EE-271B-269C-50041AF7C1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77B45-7531-4D1E-BD1F-5B6E5E6DE910}" type="datetimeFigureOut">
              <a:rPr lang="fr-CH" smtClean="0"/>
              <a:t>09.06.2025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D5C6B3B-02E5-027F-24F2-E84F521542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3868106-3B67-D12A-6657-5CA6E36EA3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B56460-FFED-48E0-BE97-396C9E46B127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0060915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0EAA9D9-41E7-03EC-556D-40CFB5FBB7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7CC289B-B224-4706-91AC-61ED263ED6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982D50A-013F-1D66-1591-BA8D7AE495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77B45-7531-4D1E-BD1F-5B6E5E6DE910}" type="datetimeFigureOut">
              <a:rPr lang="fr-CH" smtClean="0"/>
              <a:t>09.06.2025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EDF22AD-82DB-EB00-CAD6-17D52C1571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31C4E3F-FDE6-29FD-CC97-FE41F26C24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B56460-FFED-48E0-BE97-396C9E46B127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1629734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6D464A2-F753-6ACC-E196-6F1500C098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E5BA1B9-E219-D1BA-5CE1-7E0C7486E9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0F3866E-A419-7FCC-6700-8976FEFED6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77B45-7531-4D1E-BD1F-5B6E5E6DE910}" type="datetimeFigureOut">
              <a:rPr lang="fr-CH" smtClean="0"/>
              <a:t>09.06.2025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D8DA32D-F0D4-1B3F-7B39-B8A262F994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560BFE4-F353-2182-18EE-B820909D7B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B56460-FFED-48E0-BE97-396C9E46B127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8939735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68D6FF1-8411-EE24-642B-AB7274E8CE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BC96C14-7BFE-68F1-4260-71DD458746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CC6A0B05-2B6A-DBEF-72AD-AD9297BEBA8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50B2664-F3ED-9482-B8DC-E30E881095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77B45-7531-4D1E-BD1F-5B6E5E6DE910}" type="datetimeFigureOut">
              <a:rPr lang="fr-CH" smtClean="0"/>
              <a:t>09.06.2025</a:t>
            </a:fld>
            <a:endParaRPr lang="fr-CH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3BD163CD-0FDA-DBE4-B70B-5B483B59D9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5FDB280C-4490-8336-494E-FFCD27F4CC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B56460-FFED-48E0-BE97-396C9E46B127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1944917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89B0DD6-E568-D096-5EE0-41AA2C98B1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0DA38754-4C73-8C0D-23E6-1BF8B9D9CD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46D914FF-FCED-0048-85C3-DE5FBD92C64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71643CD5-5521-192D-703A-62A76CD4ED5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20785EE0-C104-1105-6D56-454E9617570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62EBB912-0DF8-8A61-0176-2F477FC758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77B45-7531-4D1E-BD1F-5B6E5E6DE910}" type="datetimeFigureOut">
              <a:rPr lang="fr-CH" smtClean="0"/>
              <a:t>09.06.2025</a:t>
            </a:fld>
            <a:endParaRPr lang="fr-CH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894DE8CC-5EFB-FD2E-4C0E-CEB65094CA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19857BBB-2713-AFFA-80C3-EC1A018EAF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B56460-FFED-48E0-BE97-396C9E46B127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2014321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3F7E08B-C997-1B96-8575-7453284FED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2EA6426F-6C36-F1A7-0C07-4AC9A9F7F7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77B45-7531-4D1E-BD1F-5B6E5E6DE910}" type="datetimeFigureOut">
              <a:rPr lang="fr-CH" smtClean="0"/>
              <a:t>09.06.2025</a:t>
            </a:fld>
            <a:endParaRPr lang="fr-CH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E77A6233-AC5D-3080-2D3F-2CA51F158F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558B27E2-4F02-A276-E237-FAB0291442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B56460-FFED-48E0-BE97-396C9E46B127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4929735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C92CDFD9-5EF0-85C6-B28C-D84CA1F6FB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77B45-7531-4D1E-BD1F-5B6E5E6DE910}" type="datetimeFigureOut">
              <a:rPr lang="fr-CH" smtClean="0"/>
              <a:t>09.06.2025</a:t>
            </a:fld>
            <a:endParaRPr lang="fr-CH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4BD24BD6-18B0-C584-9722-64C9ED15FC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4BFE614-BBDD-722C-B9FF-207ABA981A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B56460-FFED-48E0-BE97-396C9E46B127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7572904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6615A35-51ED-E1A4-8D66-F255F79280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822AA63-21AF-A0BF-EC41-88EF299492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F913C69E-4F09-5A6D-134B-8131390D39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D381B00-1E22-85AC-6912-568ABA0778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77B45-7531-4D1E-BD1F-5B6E5E6DE910}" type="datetimeFigureOut">
              <a:rPr lang="fr-CH" smtClean="0"/>
              <a:t>09.06.2025</a:t>
            </a:fld>
            <a:endParaRPr lang="fr-CH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D78FC2EA-2A7F-BE46-707F-2E635FBD9B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C09E9D61-D8AA-7545-9087-93C35E0B93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B56460-FFED-48E0-BE97-396C9E46B127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594118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1BE3A2C-4B22-1ED6-03A8-597FBDD2C8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F4D580A0-9A67-873C-8B11-3E562FE16DE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H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A00D432D-3365-335F-021A-1AE2750B006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E8F1A48C-33FF-C8D3-131E-D81D6D7F13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77B45-7531-4D1E-BD1F-5B6E5E6DE910}" type="datetimeFigureOut">
              <a:rPr lang="fr-CH" smtClean="0"/>
              <a:t>09.06.2025</a:t>
            </a:fld>
            <a:endParaRPr lang="fr-CH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95B37D69-DE84-19B7-126A-3E0664D632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0D5882FB-D74D-5830-4CF6-7A0FD9197B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B56460-FFED-48E0-BE97-396C9E46B127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2630790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D58C748-8630-B824-8DA9-C96D1BD2BB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8BBB31D8-A616-FAC9-B2CA-D444B4FE9A5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B0A88DF-5FAB-0640-DEE9-32B260F813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77B45-7531-4D1E-BD1F-5B6E5E6DE910}" type="datetimeFigureOut">
              <a:rPr lang="fr-CH" smtClean="0"/>
              <a:t>09.06.2025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9CE7746-D08E-292B-3C22-642DC98CE6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703EC5A-CD21-D2C5-39F7-BCD7CF4290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B56460-FFED-48E0-BE97-396C9E46B127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5841207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0E6C8D96-D8DF-6CEB-3B66-37CC332AA14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7CA81510-7378-6C92-856F-79C7A70E74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77624BA-DE93-38A9-1922-5F4473E3EB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77B45-7531-4D1E-BD1F-5B6E5E6DE910}" type="datetimeFigureOut">
              <a:rPr lang="fr-CH" smtClean="0"/>
              <a:t>09.06.2025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83C52BB-99CD-0E03-088C-50026290E8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1F3D9E6-35BE-095E-D884-CFDEE3480A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B56460-FFED-48E0-BE97-396C9E46B127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247036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1BE70792-38DF-AF61-97DB-503F23BBCD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F309B79-7C6D-625F-67DD-70EC0BA49D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F4D10A7-1255-1B32-D08E-28D963F6842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C577B45-7531-4D1E-BD1F-5B6E5E6DE910}" type="datetimeFigureOut">
              <a:rPr lang="fr-CH" smtClean="0"/>
              <a:t>09.06.2025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0F0C823-2377-4ED2-D4FF-A9CBF97C3C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E2D78B3-505A-C88B-B741-815233CB1DC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8B56460-FFED-48E0-BE97-396C9E46B127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8476563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3.png"/><Relationship Id="rId7" Type="http://schemas.openxmlformats.org/officeDocument/2006/relationships/image" Target="../media/image11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svg"/><Relationship Id="rId4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8.png"/><Relationship Id="rId7" Type="http://schemas.openxmlformats.org/officeDocument/2006/relationships/image" Target="../media/image20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8.png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7" Type="http://schemas.openxmlformats.org/officeDocument/2006/relationships/image" Target="../media/image8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6.png"/><Relationship Id="rId7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10" Type="http://schemas.openxmlformats.org/officeDocument/2006/relationships/image" Target="../media/image8.png"/><Relationship Id="rId4" Type="http://schemas.openxmlformats.org/officeDocument/2006/relationships/image" Target="../media/image27.png"/><Relationship Id="rId9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7" Type="http://schemas.openxmlformats.org/officeDocument/2006/relationships/image" Target="../media/image8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6.png"/><Relationship Id="rId4" Type="http://schemas.openxmlformats.org/officeDocument/2006/relationships/image" Target="../media/image2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7" Type="http://schemas.openxmlformats.org/officeDocument/2006/relationships/image" Target="../media/image8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32.png"/><Relationship Id="rId4" Type="http://schemas.openxmlformats.org/officeDocument/2006/relationships/image" Target="../media/image2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1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11.png"/><Relationship Id="rId4" Type="http://schemas.openxmlformats.org/officeDocument/2006/relationships/image" Target="../media/image23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13" Type="http://schemas.openxmlformats.org/officeDocument/2006/relationships/image" Target="../media/image5.png"/><Relationship Id="rId3" Type="http://schemas.openxmlformats.org/officeDocument/2006/relationships/image" Target="../media/image23.png"/><Relationship Id="rId7" Type="http://schemas.openxmlformats.org/officeDocument/2006/relationships/image" Target="../media/image35.png"/><Relationship Id="rId12" Type="http://schemas.openxmlformats.org/officeDocument/2006/relationships/image" Target="../media/image8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4.png"/><Relationship Id="rId11" Type="http://schemas.openxmlformats.org/officeDocument/2006/relationships/image" Target="../media/image11.png"/><Relationship Id="rId5" Type="http://schemas.openxmlformats.org/officeDocument/2006/relationships/image" Target="../media/image15.svg"/><Relationship Id="rId10" Type="http://schemas.openxmlformats.org/officeDocument/2006/relationships/image" Target="../media/image38.png"/><Relationship Id="rId4" Type="http://schemas.openxmlformats.org/officeDocument/2006/relationships/image" Target="../media/image14.png"/><Relationship Id="rId9" Type="http://schemas.openxmlformats.org/officeDocument/2006/relationships/image" Target="../media/image37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16.png"/><Relationship Id="rId7" Type="http://schemas.openxmlformats.org/officeDocument/2006/relationships/image" Target="../media/image5.png"/><Relationship Id="rId12" Type="http://schemas.openxmlformats.org/officeDocument/2006/relationships/image" Target="../media/image38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11" Type="http://schemas.openxmlformats.org/officeDocument/2006/relationships/image" Target="../media/image37.png"/><Relationship Id="rId5" Type="http://schemas.openxmlformats.org/officeDocument/2006/relationships/image" Target="../media/image11.png"/><Relationship Id="rId10" Type="http://schemas.openxmlformats.org/officeDocument/2006/relationships/image" Target="../media/image36.png"/><Relationship Id="rId4" Type="http://schemas.openxmlformats.org/officeDocument/2006/relationships/image" Target="../media/image30.png"/><Relationship Id="rId9" Type="http://schemas.openxmlformats.org/officeDocument/2006/relationships/image" Target="../media/image3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7" Type="http://schemas.openxmlformats.org/officeDocument/2006/relationships/image" Target="../media/image5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11.png"/><Relationship Id="rId4" Type="http://schemas.openxmlformats.org/officeDocument/2006/relationships/image" Target="../media/image30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33.png"/><Relationship Id="rId7" Type="http://schemas.openxmlformats.org/officeDocument/2006/relationships/image" Target="../media/image8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30.png"/><Relationship Id="rId4" Type="http://schemas.openxmlformats.org/officeDocument/2006/relationships/image" Target="../media/image16.png"/><Relationship Id="rId9" Type="http://schemas.openxmlformats.org/officeDocument/2006/relationships/image" Target="../media/image40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33.png"/><Relationship Id="rId7" Type="http://schemas.openxmlformats.org/officeDocument/2006/relationships/image" Target="../media/image8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30.png"/><Relationship Id="rId4" Type="http://schemas.openxmlformats.org/officeDocument/2006/relationships/image" Target="../media/image16.png"/><Relationship Id="rId9" Type="http://schemas.openxmlformats.org/officeDocument/2006/relationships/image" Target="../media/image40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33.png"/><Relationship Id="rId7" Type="http://schemas.openxmlformats.org/officeDocument/2006/relationships/image" Target="../media/image8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30.png"/><Relationship Id="rId4" Type="http://schemas.openxmlformats.org/officeDocument/2006/relationships/image" Target="../media/image16.png"/><Relationship Id="rId9" Type="http://schemas.openxmlformats.org/officeDocument/2006/relationships/image" Target="../media/image40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5.png"/><Relationship Id="rId7" Type="http://schemas.openxmlformats.org/officeDocument/2006/relationships/image" Target="../media/image8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6.png"/><Relationship Id="rId4" Type="http://schemas.openxmlformats.org/officeDocument/2006/relationships/image" Target="../media/image33.png"/><Relationship Id="rId9" Type="http://schemas.openxmlformats.org/officeDocument/2006/relationships/image" Target="../media/image40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5.png"/><Relationship Id="rId7" Type="http://schemas.openxmlformats.org/officeDocument/2006/relationships/image" Target="../media/image11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0.png"/><Relationship Id="rId5" Type="http://schemas.openxmlformats.org/officeDocument/2006/relationships/image" Target="../media/image16.png"/><Relationship Id="rId4" Type="http://schemas.openxmlformats.org/officeDocument/2006/relationships/image" Target="../media/image33.png"/><Relationship Id="rId9" Type="http://schemas.openxmlformats.org/officeDocument/2006/relationships/image" Target="../media/image30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11.png"/><Relationship Id="rId4" Type="http://schemas.openxmlformats.org/officeDocument/2006/relationships/image" Target="../media/image3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11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2.png"/><Relationship Id="rId7" Type="http://schemas.openxmlformats.org/officeDocument/2006/relationships/image" Target="../media/image11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43.png"/><Relationship Id="rId7" Type="http://schemas.openxmlformats.org/officeDocument/2006/relationships/chart" Target="../charts/chart1.xml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41.png"/><Relationship Id="rId4" Type="http://schemas.openxmlformats.org/officeDocument/2006/relationships/image" Target="../media/image44.png"/><Relationship Id="rId9" Type="http://schemas.openxmlformats.org/officeDocument/2006/relationships/image" Target="../media/image8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png"/><Relationship Id="rId3" Type="http://schemas.openxmlformats.org/officeDocument/2006/relationships/image" Target="../media/image2.png"/><Relationship Id="rId7" Type="http://schemas.openxmlformats.org/officeDocument/2006/relationships/image" Target="../media/image48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7.png"/><Relationship Id="rId5" Type="http://schemas.openxmlformats.org/officeDocument/2006/relationships/image" Target="../media/image46.png"/><Relationship Id="rId10" Type="http://schemas.openxmlformats.org/officeDocument/2006/relationships/image" Target="../media/image8.png"/><Relationship Id="rId4" Type="http://schemas.openxmlformats.org/officeDocument/2006/relationships/image" Target="../media/image45.png"/><Relationship Id="rId9" Type="http://schemas.openxmlformats.org/officeDocument/2006/relationships/image" Target="../media/image11.pn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png"/><Relationship Id="rId3" Type="http://schemas.openxmlformats.org/officeDocument/2006/relationships/image" Target="../media/image10.png"/><Relationship Id="rId7" Type="http://schemas.openxmlformats.org/officeDocument/2006/relationships/image" Target="../media/image46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5.png"/><Relationship Id="rId5" Type="http://schemas.openxmlformats.org/officeDocument/2006/relationships/image" Target="../media/image8.png"/><Relationship Id="rId10" Type="http://schemas.openxmlformats.org/officeDocument/2006/relationships/image" Target="../media/image49.png"/><Relationship Id="rId4" Type="http://schemas.openxmlformats.org/officeDocument/2006/relationships/image" Target="../media/image11.png"/><Relationship Id="rId9" Type="http://schemas.openxmlformats.org/officeDocument/2006/relationships/image" Target="../media/image48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11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11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1.png"/><Relationship Id="rId5" Type="http://schemas.openxmlformats.org/officeDocument/2006/relationships/image" Target="../media/image8.png"/><Relationship Id="rId4" Type="http://schemas.openxmlformats.org/officeDocument/2006/relationships/image" Target="../media/image11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7" Type="http://schemas.openxmlformats.org/officeDocument/2006/relationships/image" Target="../media/image53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2.png"/><Relationship Id="rId5" Type="http://schemas.openxmlformats.org/officeDocument/2006/relationships/image" Target="../media/image8.png"/><Relationship Id="rId4" Type="http://schemas.openxmlformats.org/officeDocument/2006/relationships/image" Target="../media/image11.png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png"/><Relationship Id="rId3" Type="http://schemas.openxmlformats.org/officeDocument/2006/relationships/image" Target="../media/image24.png"/><Relationship Id="rId7" Type="http://schemas.openxmlformats.org/officeDocument/2006/relationships/image" Target="../media/image5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5" Type="http://schemas.openxmlformats.org/officeDocument/2006/relationships/image" Target="../media/image8.png"/><Relationship Id="rId4" Type="http://schemas.openxmlformats.org/officeDocument/2006/relationships/image" Target="../media/image11.png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24.png"/><Relationship Id="rId7" Type="http://schemas.openxmlformats.org/officeDocument/2006/relationships/image" Target="../media/image57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6.png"/><Relationship Id="rId5" Type="http://schemas.openxmlformats.org/officeDocument/2006/relationships/image" Target="../media/image8.png"/><Relationship Id="rId4" Type="http://schemas.openxmlformats.org/officeDocument/2006/relationships/image" Target="../media/image11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11.png"/><Relationship Id="rId4" Type="http://schemas.openxmlformats.org/officeDocument/2006/relationships/image" Target="../media/image5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 6" descr="Une image contenant noir, obscurité, noir et blanc, monochrome&#10;&#10;Description générée automatiquement">
            <a:extLst>
              <a:ext uri="{FF2B5EF4-FFF2-40B4-BE49-F238E27FC236}">
                <a16:creationId xmlns:a16="http://schemas.microsoft.com/office/drawing/2014/main" id="{8E55500A-0033-116F-9BE0-C9976B394BF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78524" y="1458000"/>
            <a:ext cx="1513476" cy="5400000"/>
          </a:xfrm>
          <a:prstGeom prst="rect">
            <a:avLst/>
          </a:prstGeom>
        </p:spPr>
      </p:pic>
      <p:pic>
        <p:nvPicPr>
          <p:cNvPr id="9" name="Image 8" descr="Une image contenant ligne, symbole, art&#10;&#10;Description générée automatiquement">
            <a:extLst>
              <a:ext uri="{FF2B5EF4-FFF2-40B4-BE49-F238E27FC236}">
                <a16:creationId xmlns:a16="http://schemas.microsoft.com/office/drawing/2014/main" id="{AB71FBF5-7F21-9BBA-D6DD-93558DF48E2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2689453" cy="5400000"/>
          </a:xfrm>
          <a:prstGeom prst="rect">
            <a:avLst/>
          </a:prstGeom>
        </p:spPr>
      </p:pic>
      <p:sp>
        <p:nvSpPr>
          <p:cNvPr id="15" name="ZoneTexte 14">
            <a:extLst>
              <a:ext uri="{FF2B5EF4-FFF2-40B4-BE49-F238E27FC236}">
                <a16:creationId xmlns:a16="http://schemas.microsoft.com/office/drawing/2014/main" id="{44BACEEB-F4B4-982D-81CB-EB95C40AED5C}"/>
              </a:ext>
            </a:extLst>
          </p:cNvPr>
          <p:cNvSpPr txBox="1"/>
          <p:nvPr/>
        </p:nvSpPr>
        <p:spPr>
          <a:xfrm>
            <a:off x="4377781" y="5160427"/>
            <a:ext cx="343643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CH" sz="2400" dirty="0"/>
              <a:t>Morgan Dussault</a:t>
            </a:r>
          </a:p>
          <a:p>
            <a:pPr algn="ctr"/>
            <a:r>
              <a:rPr lang="fr-CH" sz="2400" dirty="0"/>
              <a:t>11.06.2025</a:t>
            </a:r>
          </a:p>
        </p:txBody>
      </p:sp>
      <p:pic>
        <p:nvPicPr>
          <p:cNvPr id="20" name="Image 19" descr="Une image contenant Police, noir, capture d’écran, Graphique&#10;&#10;Description générée automatiquement">
            <a:extLst>
              <a:ext uri="{FF2B5EF4-FFF2-40B4-BE49-F238E27FC236}">
                <a16:creationId xmlns:a16="http://schemas.microsoft.com/office/drawing/2014/main" id="{81C34B8E-423C-E40B-4DBE-39BE2CBC12C8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389" b="29716"/>
          <a:stretch/>
        </p:blipFill>
        <p:spPr>
          <a:xfrm>
            <a:off x="2667000" y="1771251"/>
            <a:ext cx="6858000" cy="3010300"/>
          </a:xfrm>
          <a:prstGeom prst="rect">
            <a:avLst/>
          </a:prstGeom>
        </p:spPr>
      </p:pic>
      <p:pic>
        <p:nvPicPr>
          <p:cNvPr id="22" name="Image 21" descr="Une image contenant symbole, Graphique, dessin humoristique&#10;&#10;Description générée automatiquement">
            <a:extLst>
              <a:ext uri="{FF2B5EF4-FFF2-40B4-BE49-F238E27FC236}">
                <a16:creationId xmlns:a16="http://schemas.microsoft.com/office/drawing/2014/main" id="{01C5B55C-925D-486C-642D-2985C67E3224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4306"/>
          <a:stretch/>
        </p:blipFill>
        <p:spPr>
          <a:xfrm>
            <a:off x="2667000" y="-38500"/>
            <a:ext cx="6858000" cy="4505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0671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2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120000">
                                      <p:cBhvr>
                                        <p:cTn id="6" dur="1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7" dur="2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8" dur="200" fill="hold">
                                          <p:stCondLst>
                                            <p:cond delay="40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9" dur="200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10" dur="2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 7" descr="Une image contenant ligne, symbole, art&#10;&#10;Description générée automatiquement">
            <a:extLst>
              <a:ext uri="{FF2B5EF4-FFF2-40B4-BE49-F238E27FC236}">
                <a16:creationId xmlns:a16="http://schemas.microsoft.com/office/drawing/2014/main" id="{4A940058-F0DA-8D75-805B-0BC5A83AFF5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2546" y="0"/>
            <a:ext cx="2689454" cy="5400000"/>
          </a:xfrm>
          <a:prstGeom prst="rect">
            <a:avLst/>
          </a:prstGeom>
        </p:spPr>
      </p:pic>
      <p:pic>
        <p:nvPicPr>
          <p:cNvPr id="18" name="Image 17" descr="Une image contenant noir, obscurité, capture d’écran&#10;&#10;Description générée automatiquement">
            <a:extLst>
              <a:ext uri="{FF2B5EF4-FFF2-40B4-BE49-F238E27FC236}">
                <a16:creationId xmlns:a16="http://schemas.microsoft.com/office/drawing/2014/main" id="{B41868A2-CFBC-0F12-9859-4E819400282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5400000" cy="1513477"/>
          </a:xfrm>
          <a:prstGeom prst="rect">
            <a:avLst/>
          </a:prstGeom>
        </p:spPr>
      </p:pic>
      <p:sp>
        <p:nvSpPr>
          <p:cNvPr id="22" name="Titre 1">
            <a:extLst>
              <a:ext uri="{FF2B5EF4-FFF2-40B4-BE49-F238E27FC236}">
                <a16:creationId xmlns:a16="http://schemas.microsoft.com/office/drawing/2014/main" id="{35221D8A-DF02-91DD-ABEA-55650EA50527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SOMMAIRE</a:t>
            </a:r>
          </a:p>
        </p:txBody>
      </p:sp>
      <p:pic>
        <p:nvPicPr>
          <p:cNvPr id="41" name="Image 40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B500BF76-64E2-F8EE-30F5-6BABBF9668E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21138" y="1923575"/>
            <a:ext cx="2327848" cy="4267722"/>
          </a:xfrm>
          <a:prstGeom prst="rect">
            <a:avLst/>
          </a:prstGeom>
        </p:spPr>
      </p:pic>
      <p:sp>
        <p:nvSpPr>
          <p:cNvPr id="43" name="Rectangle : coins arrondis 42">
            <a:extLst>
              <a:ext uri="{FF2B5EF4-FFF2-40B4-BE49-F238E27FC236}">
                <a16:creationId xmlns:a16="http://schemas.microsoft.com/office/drawing/2014/main" id="{494A8E33-890E-EE7D-B7AB-22398765062A}"/>
              </a:ext>
            </a:extLst>
          </p:cNvPr>
          <p:cNvSpPr/>
          <p:nvPr/>
        </p:nvSpPr>
        <p:spPr>
          <a:xfrm>
            <a:off x="3285518" y="1960599"/>
            <a:ext cx="5584802" cy="414167"/>
          </a:xfrm>
          <a:prstGeom prst="roundRect">
            <a:avLst>
              <a:gd name="adj" fmla="val 50000"/>
            </a:avLst>
          </a:prstGeom>
          <a:solidFill>
            <a:srgbClr val="FC812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2000" b="1" dirty="0"/>
              <a:t>CONTEXTE</a:t>
            </a:r>
          </a:p>
        </p:txBody>
      </p:sp>
      <p:sp>
        <p:nvSpPr>
          <p:cNvPr id="44" name="Rectangle : coins arrondis 43">
            <a:extLst>
              <a:ext uri="{FF2B5EF4-FFF2-40B4-BE49-F238E27FC236}">
                <a16:creationId xmlns:a16="http://schemas.microsoft.com/office/drawing/2014/main" id="{951224E6-F853-9E19-90DF-45EE5E33F235}"/>
              </a:ext>
            </a:extLst>
          </p:cNvPr>
          <p:cNvSpPr/>
          <p:nvPr/>
        </p:nvSpPr>
        <p:spPr>
          <a:xfrm>
            <a:off x="3285335" y="2484266"/>
            <a:ext cx="5584802" cy="414167"/>
          </a:xfrm>
          <a:prstGeom prst="roundRect">
            <a:avLst>
              <a:gd name="adj" fmla="val 50000"/>
            </a:avLst>
          </a:prstGeom>
          <a:solidFill>
            <a:srgbClr val="FC812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2000" b="1" dirty="0"/>
              <a:t>SITUER PRODUIT</a:t>
            </a:r>
          </a:p>
        </p:txBody>
      </p:sp>
      <p:sp>
        <p:nvSpPr>
          <p:cNvPr id="45" name="Rectangle : coins arrondis 44">
            <a:extLst>
              <a:ext uri="{FF2B5EF4-FFF2-40B4-BE49-F238E27FC236}">
                <a16:creationId xmlns:a16="http://schemas.microsoft.com/office/drawing/2014/main" id="{BE1A6443-104B-E157-6A7F-9B700FC0BBFF}"/>
              </a:ext>
            </a:extLst>
          </p:cNvPr>
          <p:cNvSpPr/>
          <p:nvPr/>
        </p:nvSpPr>
        <p:spPr>
          <a:xfrm>
            <a:off x="3285335" y="3009067"/>
            <a:ext cx="5584802" cy="414167"/>
          </a:xfrm>
          <a:prstGeom prst="roundRect">
            <a:avLst>
              <a:gd name="adj" fmla="val 50000"/>
            </a:avLst>
          </a:prstGeom>
          <a:solidFill>
            <a:srgbClr val="FC812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2000" b="1" dirty="0"/>
              <a:t>PRODUIT</a:t>
            </a:r>
          </a:p>
        </p:txBody>
      </p:sp>
      <p:sp>
        <p:nvSpPr>
          <p:cNvPr id="46" name="Rectangle : coins arrondis 45">
            <a:extLst>
              <a:ext uri="{FF2B5EF4-FFF2-40B4-BE49-F238E27FC236}">
                <a16:creationId xmlns:a16="http://schemas.microsoft.com/office/drawing/2014/main" id="{C29A3E12-82C6-7A0A-B871-A77593A2E226}"/>
              </a:ext>
            </a:extLst>
          </p:cNvPr>
          <p:cNvSpPr/>
          <p:nvPr/>
        </p:nvSpPr>
        <p:spPr>
          <a:xfrm>
            <a:off x="3285335" y="3533054"/>
            <a:ext cx="5584802" cy="414167"/>
          </a:xfrm>
          <a:prstGeom prst="roundRect">
            <a:avLst>
              <a:gd name="adj" fmla="val 50000"/>
            </a:avLst>
          </a:prstGeom>
          <a:solidFill>
            <a:srgbClr val="FC812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2000" b="1" dirty="0"/>
              <a:t>FONCTIONEMENT</a:t>
            </a:r>
          </a:p>
        </p:txBody>
      </p:sp>
      <p:sp>
        <p:nvSpPr>
          <p:cNvPr id="47" name="Rectangle : coins arrondis 46">
            <a:extLst>
              <a:ext uri="{FF2B5EF4-FFF2-40B4-BE49-F238E27FC236}">
                <a16:creationId xmlns:a16="http://schemas.microsoft.com/office/drawing/2014/main" id="{681C6710-5805-438F-D6D6-E58AEA8FE1EB}"/>
              </a:ext>
            </a:extLst>
          </p:cNvPr>
          <p:cNvSpPr/>
          <p:nvPr/>
        </p:nvSpPr>
        <p:spPr>
          <a:xfrm>
            <a:off x="3278199" y="4057041"/>
            <a:ext cx="5584802" cy="414167"/>
          </a:xfrm>
          <a:prstGeom prst="roundRect">
            <a:avLst>
              <a:gd name="adj" fmla="val 50000"/>
            </a:avLst>
          </a:prstGeom>
          <a:solidFill>
            <a:srgbClr val="FC812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2000" b="1" dirty="0"/>
              <a:t>ORGANISATION</a:t>
            </a:r>
          </a:p>
        </p:txBody>
      </p:sp>
      <p:sp>
        <p:nvSpPr>
          <p:cNvPr id="48" name="Rectangle : coins arrondis 47">
            <a:extLst>
              <a:ext uri="{FF2B5EF4-FFF2-40B4-BE49-F238E27FC236}">
                <a16:creationId xmlns:a16="http://schemas.microsoft.com/office/drawing/2014/main" id="{5388A884-2E28-E56F-2544-8E7180226F43}"/>
              </a:ext>
            </a:extLst>
          </p:cNvPr>
          <p:cNvSpPr/>
          <p:nvPr/>
        </p:nvSpPr>
        <p:spPr>
          <a:xfrm>
            <a:off x="3278199" y="4587793"/>
            <a:ext cx="5584802" cy="414167"/>
          </a:xfrm>
          <a:prstGeom prst="roundRect">
            <a:avLst>
              <a:gd name="adj" fmla="val 50000"/>
            </a:avLst>
          </a:prstGeom>
          <a:solidFill>
            <a:srgbClr val="FC812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2000" b="1" dirty="0"/>
              <a:t>MOMENT CLE</a:t>
            </a:r>
          </a:p>
        </p:txBody>
      </p:sp>
      <p:sp>
        <p:nvSpPr>
          <p:cNvPr id="49" name="Rectangle : coins arrondis 48">
            <a:extLst>
              <a:ext uri="{FF2B5EF4-FFF2-40B4-BE49-F238E27FC236}">
                <a16:creationId xmlns:a16="http://schemas.microsoft.com/office/drawing/2014/main" id="{384A6E3C-52C5-373F-E2C8-C1F4EEE1D19F}"/>
              </a:ext>
            </a:extLst>
          </p:cNvPr>
          <p:cNvSpPr/>
          <p:nvPr/>
        </p:nvSpPr>
        <p:spPr>
          <a:xfrm>
            <a:off x="3285335" y="5097973"/>
            <a:ext cx="5584802" cy="414167"/>
          </a:xfrm>
          <a:prstGeom prst="roundRect">
            <a:avLst>
              <a:gd name="adj" fmla="val 50000"/>
            </a:avLst>
          </a:prstGeom>
          <a:solidFill>
            <a:srgbClr val="FC812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2000" b="1" dirty="0"/>
              <a:t>BILAN</a:t>
            </a:r>
          </a:p>
        </p:txBody>
      </p:sp>
      <p:sp>
        <p:nvSpPr>
          <p:cNvPr id="50" name="Rectangle : coins arrondis 49">
            <a:extLst>
              <a:ext uri="{FF2B5EF4-FFF2-40B4-BE49-F238E27FC236}">
                <a16:creationId xmlns:a16="http://schemas.microsoft.com/office/drawing/2014/main" id="{86442EE3-E2BD-DE0D-DB92-B3098A93FE4A}"/>
              </a:ext>
            </a:extLst>
          </p:cNvPr>
          <p:cNvSpPr/>
          <p:nvPr/>
        </p:nvSpPr>
        <p:spPr>
          <a:xfrm>
            <a:off x="3278199" y="5628725"/>
            <a:ext cx="5584802" cy="414167"/>
          </a:xfrm>
          <a:prstGeom prst="roundRect">
            <a:avLst>
              <a:gd name="adj" fmla="val 50000"/>
            </a:avLst>
          </a:prstGeom>
          <a:solidFill>
            <a:srgbClr val="FC812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2000" b="1" dirty="0"/>
              <a:t>QUESTIONS</a:t>
            </a:r>
          </a:p>
        </p:txBody>
      </p:sp>
      <p:pic>
        <p:nvPicPr>
          <p:cNvPr id="16" name="Image 15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D60C7177-C7F2-602D-D3DC-FFF916A84E5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26586" y="1343731"/>
            <a:ext cx="430951" cy="430951"/>
          </a:xfrm>
          <a:prstGeom prst="rect">
            <a:avLst/>
          </a:prstGeom>
        </p:spPr>
      </p:pic>
      <p:sp>
        <p:nvSpPr>
          <p:cNvPr id="55" name="Rectangle 54">
            <a:extLst>
              <a:ext uri="{FF2B5EF4-FFF2-40B4-BE49-F238E27FC236}">
                <a16:creationId xmlns:a16="http://schemas.microsoft.com/office/drawing/2014/main" id="{237C64FD-3945-4AA9-4AF1-1A55B8D50D03}"/>
              </a:ext>
            </a:extLst>
          </p:cNvPr>
          <p:cNvSpPr/>
          <p:nvPr/>
        </p:nvSpPr>
        <p:spPr>
          <a:xfrm>
            <a:off x="4273550" y="1513477"/>
            <a:ext cx="364490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" name="Sous-titre 2">
            <a:extLst>
              <a:ext uri="{FF2B5EF4-FFF2-40B4-BE49-F238E27FC236}">
                <a16:creationId xmlns:a16="http://schemas.microsoft.com/office/drawing/2014/main" id="{0B7150A5-BB6D-E9A8-1A52-5F7D5FE72196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</p:spTree>
    <p:extLst>
      <p:ext uri="{BB962C8B-B14F-4D97-AF65-F5344CB8AC3E}">
        <p14:creationId xmlns:p14="http://schemas.microsoft.com/office/powerpoint/2010/main" val="15316585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/>
    </mc:Choice>
    <mc:Fallback xmlns="">
      <p:transition advClick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 7" descr="Une image contenant ligne, symbole, art&#10;&#10;Description générée automatiquement">
            <a:extLst>
              <a:ext uri="{FF2B5EF4-FFF2-40B4-BE49-F238E27FC236}">
                <a16:creationId xmlns:a16="http://schemas.microsoft.com/office/drawing/2014/main" id="{4A940058-F0DA-8D75-805B-0BC5A83AFF5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2546" y="0"/>
            <a:ext cx="2689454" cy="5400000"/>
          </a:xfrm>
          <a:prstGeom prst="rect">
            <a:avLst/>
          </a:prstGeom>
        </p:spPr>
      </p:pic>
      <p:pic>
        <p:nvPicPr>
          <p:cNvPr id="18" name="Image 17" descr="Une image contenant noir, obscurité, capture d’écran&#10;&#10;Description générée automatiquement">
            <a:extLst>
              <a:ext uri="{FF2B5EF4-FFF2-40B4-BE49-F238E27FC236}">
                <a16:creationId xmlns:a16="http://schemas.microsoft.com/office/drawing/2014/main" id="{B41868A2-CFBC-0F12-9859-4E819400282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5400000" cy="1513477"/>
          </a:xfrm>
          <a:prstGeom prst="rect">
            <a:avLst/>
          </a:prstGeom>
        </p:spPr>
      </p:pic>
      <p:sp>
        <p:nvSpPr>
          <p:cNvPr id="22" name="Titre 1">
            <a:extLst>
              <a:ext uri="{FF2B5EF4-FFF2-40B4-BE49-F238E27FC236}">
                <a16:creationId xmlns:a16="http://schemas.microsoft.com/office/drawing/2014/main" id="{35221D8A-DF02-91DD-ABEA-55650EA50527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SOMMAIRE</a:t>
            </a:r>
          </a:p>
        </p:txBody>
      </p:sp>
      <p:pic>
        <p:nvPicPr>
          <p:cNvPr id="41" name="Image 40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B500BF76-64E2-F8EE-30F5-6BABBF9668E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21138" y="1923575"/>
            <a:ext cx="2327848" cy="4267722"/>
          </a:xfrm>
          <a:prstGeom prst="rect">
            <a:avLst/>
          </a:prstGeom>
        </p:spPr>
      </p:pic>
      <p:sp>
        <p:nvSpPr>
          <p:cNvPr id="43" name="Rectangle : coins arrondis 42">
            <a:extLst>
              <a:ext uri="{FF2B5EF4-FFF2-40B4-BE49-F238E27FC236}">
                <a16:creationId xmlns:a16="http://schemas.microsoft.com/office/drawing/2014/main" id="{494A8E33-890E-EE7D-B7AB-22398765062A}"/>
              </a:ext>
            </a:extLst>
          </p:cNvPr>
          <p:cNvSpPr/>
          <p:nvPr/>
        </p:nvSpPr>
        <p:spPr>
          <a:xfrm>
            <a:off x="3285518" y="1960599"/>
            <a:ext cx="5584802" cy="414167"/>
          </a:xfrm>
          <a:prstGeom prst="roundRect">
            <a:avLst>
              <a:gd name="adj" fmla="val 50000"/>
            </a:avLst>
          </a:prstGeom>
          <a:solidFill>
            <a:srgbClr val="FC812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2000" b="1" dirty="0"/>
              <a:t>CONTEXTE</a:t>
            </a:r>
          </a:p>
        </p:txBody>
      </p:sp>
      <p:sp>
        <p:nvSpPr>
          <p:cNvPr id="44" name="Rectangle : coins arrondis 43">
            <a:extLst>
              <a:ext uri="{FF2B5EF4-FFF2-40B4-BE49-F238E27FC236}">
                <a16:creationId xmlns:a16="http://schemas.microsoft.com/office/drawing/2014/main" id="{951224E6-F853-9E19-90DF-45EE5E33F235}"/>
              </a:ext>
            </a:extLst>
          </p:cNvPr>
          <p:cNvSpPr/>
          <p:nvPr/>
        </p:nvSpPr>
        <p:spPr>
          <a:xfrm>
            <a:off x="3285335" y="2484266"/>
            <a:ext cx="5584802" cy="414167"/>
          </a:xfrm>
          <a:prstGeom prst="roundRect">
            <a:avLst>
              <a:gd name="adj" fmla="val 50000"/>
            </a:avLst>
          </a:prstGeom>
          <a:solidFill>
            <a:srgbClr val="FC812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2000" b="1" dirty="0"/>
              <a:t>SITUER PRODUIT</a:t>
            </a:r>
          </a:p>
        </p:txBody>
      </p:sp>
      <p:sp>
        <p:nvSpPr>
          <p:cNvPr id="45" name="Rectangle : coins arrondis 44">
            <a:extLst>
              <a:ext uri="{FF2B5EF4-FFF2-40B4-BE49-F238E27FC236}">
                <a16:creationId xmlns:a16="http://schemas.microsoft.com/office/drawing/2014/main" id="{BE1A6443-104B-E157-6A7F-9B700FC0BBFF}"/>
              </a:ext>
            </a:extLst>
          </p:cNvPr>
          <p:cNvSpPr/>
          <p:nvPr/>
        </p:nvSpPr>
        <p:spPr>
          <a:xfrm>
            <a:off x="3285335" y="3009067"/>
            <a:ext cx="5584802" cy="414167"/>
          </a:xfrm>
          <a:prstGeom prst="roundRect">
            <a:avLst>
              <a:gd name="adj" fmla="val 50000"/>
            </a:avLst>
          </a:prstGeom>
          <a:solidFill>
            <a:srgbClr val="FC812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2000" b="1" dirty="0"/>
              <a:t>PRODUIT</a:t>
            </a:r>
          </a:p>
        </p:txBody>
      </p:sp>
      <p:sp>
        <p:nvSpPr>
          <p:cNvPr id="46" name="Rectangle : coins arrondis 45">
            <a:extLst>
              <a:ext uri="{FF2B5EF4-FFF2-40B4-BE49-F238E27FC236}">
                <a16:creationId xmlns:a16="http://schemas.microsoft.com/office/drawing/2014/main" id="{C29A3E12-82C6-7A0A-B871-A77593A2E226}"/>
              </a:ext>
            </a:extLst>
          </p:cNvPr>
          <p:cNvSpPr/>
          <p:nvPr/>
        </p:nvSpPr>
        <p:spPr>
          <a:xfrm>
            <a:off x="3285335" y="3533054"/>
            <a:ext cx="5584802" cy="414167"/>
          </a:xfrm>
          <a:prstGeom prst="roundRect">
            <a:avLst>
              <a:gd name="adj" fmla="val 50000"/>
            </a:avLst>
          </a:prstGeom>
          <a:solidFill>
            <a:srgbClr val="FC812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2000" b="1" dirty="0"/>
              <a:t>FONCTIONEMENT</a:t>
            </a:r>
          </a:p>
        </p:txBody>
      </p:sp>
      <p:sp>
        <p:nvSpPr>
          <p:cNvPr id="47" name="Rectangle : coins arrondis 46">
            <a:extLst>
              <a:ext uri="{FF2B5EF4-FFF2-40B4-BE49-F238E27FC236}">
                <a16:creationId xmlns:a16="http://schemas.microsoft.com/office/drawing/2014/main" id="{681C6710-5805-438F-D6D6-E58AEA8FE1EB}"/>
              </a:ext>
            </a:extLst>
          </p:cNvPr>
          <p:cNvSpPr/>
          <p:nvPr/>
        </p:nvSpPr>
        <p:spPr>
          <a:xfrm>
            <a:off x="3278199" y="4057041"/>
            <a:ext cx="5584802" cy="414167"/>
          </a:xfrm>
          <a:prstGeom prst="roundRect">
            <a:avLst>
              <a:gd name="adj" fmla="val 50000"/>
            </a:avLst>
          </a:prstGeom>
          <a:solidFill>
            <a:srgbClr val="FC812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2000" b="1" dirty="0"/>
              <a:t>ORGANISATION</a:t>
            </a:r>
          </a:p>
        </p:txBody>
      </p:sp>
      <p:sp>
        <p:nvSpPr>
          <p:cNvPr id="48" name="Rectangle : coins arrondis 47">
            <a:extLst>
              <a:ext uri="{FF2B5EF4-FFF2-40B4-BE49-F238E27FC236}">
                <a16:creationId xmlns:a16="http://schemas.microsoft.com/office/drawing/2014/main" id="{5388A884-2E28-E56F-2544-8E7180226F43}"/>
              </a:ext>
            </a:extLst>
          </p:cNvPr>
          <p:cNvSpPr/>
          <p:nvPr/>
        </p:nvSpPr>
        <p:spPr>
          <a:xfrm>
            <a:off x="3278199" y="4587793"/>
            <a:ext cx="5584802" cy="414167"/>
          </a:xfrm>
          <a:prstGeom prst="roundRect">
            <a:avLst>
              <a:gd name="adj" fmla="val 50000"/>
            </a:avLst>
          </a:prstGeom>
          <a:solidFill>
            <a:srgbClr val="FC812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2000" b="1" dirty="0"/>
              <a:t>MOMENT CLE</a:t>
            </a:r>
          </a:p>
        </p:txBody>
      </p:sp>
      <p:sp>
        <p:nvSpPr>
          <p:cNvPr id="49" name="Rectangle : coins arrondis 48">
            <a:extLst>
              <a:ext uri="{FF2B5EF4-FFF2-40B4-BE49-F238E27FC236}">
                <a16:creationId xmlns:a16="http://schemas.microsoft.com/office/drawing/2014/main" id="{384A6E3C-52C5-373F-E2C8-C1F4EEE1D19F}"/>
              </a:ext>
            </a:extLst>
          </p:cNvPr>
          <p:cNvSpPr/>
          <p:nvPr/>
        </p:nvSpPr>
        <p:spPr>
          <a:xfrm>
            <a:off x="3285335" y="5097973"/>
            <a:ext cx="5584802" cy="414167"/>
          </a:xfrm>
          <a:prstGeom prst="roundRect">
            <a:avLst>
              <a:gd name="adj" fmla="val 50000"/>
            </a:avLst>
          </a:prstGeom>
          <a:solidFill>
            <a:srgbClr val="FC812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2000" b="1" dirty="0"/>
              <a:t>BILAN</a:t>
            </a:r>
          </a:p>
        </p:txBody>
      </p:sp>
      <p:sp>
        <p:nvSpPr>
          <p:cNvPr id="50" name="Rectangle : coins arrondis 49">
            <a:extLst>
              <a:ext uri="{FF2B5EF4-FFF2-40B4-BE49-F238E27FC236}">
                <a16:creationId xmlns:a16="http://schemas.microsoft.com/office/drawing/2014/main" id="{86442EE3-E2BD-DE0D-DB92-B3098A93FE4A}"/>
              </a:ext>
            </a:extLst>
          </p:cNvPr>
          <p:cNvSpPr/>
          <p:nvPr/>
        </p:nvSpPr>
        <p:spPr>
          <a:xfrm>
            <a:off x="3278199" y="5628725"/>
            <a:ext cx="5584802" cy="414167"/>
          </a:xfrm>
          <a:prstGeom prst="roundRect">
            <a:avLst>
              <a:gd name="adj" fmla="val 50000"/>
            </a:avLst>
          </a:prstGeom>
          <a:solidFill>
            <a:srgbClr val="FC812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2000" b="1" dirty="0"/>
              <a:t>QUESTIONS</a:t>
            </a:r>
          </a:p>
        </p:txBody>
      </p:sp>
      <p:pic>
        <p:nvPicPr>
          <p:cNvPr id="16" name="Image 15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D60C7177-C7F2-602D-D3DC-FFF916A84E5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26586" y="1343731"/>
            <a:ext cx="430951" cy="430951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32295E64-1053-54E1-3681-0AAAECA5CB1D}"/>
              </a:ext>
            </a:extLst>
          </p:cNvPr>
          <p:cNvSpPr/>
          <p:nvPr/>
        </p:nvSpPr>
        <p:spPr>
          <a:xfrm>
            <a:off x="4273550" y="1513477"/>
            <a:ext cx="364490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0DAE11AB-F067-9B08-4268-5E06A77A1503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</p:spTree>
    <p:extLst>
      <p:ext uri="{BB962C8B-B14F-4D97-AF65-F5344CB8AC3E}">
        <p14:creationId xmlns:p14="http://schemas.microsoft.com/office/powerpoint/2010/main" val="15203103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 advTm="0"/>
    </mc:Choice>
    <mc:Fallback xmlns="">
      <p:transition advClick="0" advTm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26 -0.00023 L 0.00026 0.08866 " pathEditMode="relative" rAng="0" ptsTypes="AA">
                                      <p:cBhvr>
                                        <p:cTn id="6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6" y="444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Image 14" descr="Une image contenant léger, art&#10;&#10;Description générée automatiquement avec une confiance moyenne">
            <a:extLst>
              <a:ext uri="{FF2B5EF4-FFF2-40B4-BE49-F238E27FC236}">
                <a16:creationId xmlns:a16="http://schemas.microsoft.com/office/drawing/2014/main" id="{3ADEC4B8-74A8-6906-9E01-B000B284C8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75" y="0"/>
            <a:ext cx="4902969" cy="6858000"/>
          </a:xfrm>
          <a:prstGeom prst="rect">
            <a:avLst/>
          </a:prstGeom>
        </p:spPr>
      </p:pic>
      <p:sp>
        <p:nvSpPr>
          <p:cNvPr id="16" name="Titre 1">
            <a:extLst>
              <a:ext uri="{FF2B5EF4-FFF2-40B4-BE49-F238E27FC236}">
                <a16:creationId xmlns:a16="http://schemas.microsoft.com/office/drawing/2014/main" id="{0C530001-B230-3D10-2F5F-9885472943F3}"/>
              </a:ext>
            </a:extLst>
          </p:cNvPr>
          <p:cNvSpPr txBox="1">
            <a:spLocks/>
          </p:cNvSpPr>
          <p:nvPr/>
        </p:nvSpPr>
        <p:spPr>
          <a:xfrm>
            <a:off x="1523999" y="2551970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CONTEXTE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6966C44-41D5-C45F-990A-08B9FFDE7690}"/>
              </a:ext>
            </a:extLst>
          </p:cNvPr>
          <p:cNvSpPr/>
          <p:nvPr/>
        </p:nvSpPr>
        <p:spPr>
          <a:xfrm>
            <a:off x="4413250" y="3714844"/>
            <a:ext cx="336550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5" name="Sous-titre 2">
            <a:extLst>
              <a:ext uri="{FF2B5EF4-FFF2-40B4-BE49-F238E27FC236}">
                <a16:creationId xmlns:a16="http://schemas.microsoft.com/office/drawing/2014/main" id="{022DCA6C-3DD4-FC80-A8AA-5E3378FA52D1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pic>
        <p:nvPicPr>
          <p:cNvPr id="18" name="Image 17" descr="Une image contenant capture d’écran, obscurité, noir, espace&#10;&#10;Description générée automatiquement">
            <a:extLst>
              <a:ext uri="{FF2B5EF4-FFF2-40B4-BE49-F238E27FC236}">
                <a16:creationId xmlns:a16="http://schemas.microsoft.com/office/drawing/2014/main" id="{76098BFA-D95F-59BA-D109-7303EC83E59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V="1">
            <a:off x="6968067" y="0"/>
            <a:ext cx="5249333" cy="6858000"/>
          </a:xfrm>
          <a:prstGeom prst="rect">
            <a:avLst/>
          </a:prstGeom>
        </p:spPr>
      </p:pic>
      <p:pic>
        <p:nvPicPr>
          <p:cNvPr id="2" name="Image 1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1A0869D6-E6AC-47B3-3A7D-A3047B37918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3" name="Image 2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187D02B7-418B-7205-6C55-162A5DD8DB3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21500" y="223319"/>
            <a:ext cx="281506" cy="281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983080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>
        <p159:morph option="byObject"/>
      </p:transition>
    </mc:Choice>
    <mc:Fallback xmlns="">
      <p:transition spd="slow" advClick="0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 5" descr="Une image contenant noir, obscurité, noir et blanc, capture d’écran&#10;&#10;Description générée automatiquement">
            <a:extLst>
              <a:ext uri="{FF2B5EF4-FFF2-40B4-BE49-F238E27FC236}">
                <a16:creationId xmlns:a16="http://schemas.microsoft.com/office/drawing/2014/main" id="{0A0D8B72-0284-C392-CBE0-ADFC61A8A7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513476" cy="5400000"/>
          </a:xfrm>
          <a:prstGeom prst="rect">
            <a:avLst/>
          </a:prstGeom>
        </p:spPr>
      </p:pic>
      <p:pic>
        <p:nvPicPr>
          <p:cNvPr id="9" name="Image 8" descr="Une image contenant ligne, symbole&#10;&#10;Description générée automatiquement">
            <a:extLst>
              <a:ext uri="{FF2B5EF4-FFF2-40B4-BE49-F238E27FC236}">
                <a16:creationId xmlns:a16="http://schemas.microsoft.com/office/drawing/2014/main" id="{CA523A26-3833-20F2-9B94-53182639011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2547" y="1458000"/>
            <a:ext cx="2689453" cy="5400000"/>
          </a:xfrm>
          <a:prstGeom prst="rect">
            <a:avLst/>
          </a:prstGeom>
        </p:spPr>
      </p:pic>
      <p:sp>
        <p:nvSpPr>
          <p:cNvPr id="16" name="Titre 1">
            <a:extLst>
              <a:ext uri="{FF2B5EF4-FFF2-40B4-BE49-F238E27FC236}">
                <a16:creationId xmlns:a16="http://schemas.microsoft.com/office/drawing/2014/main" id="{0C530001-B230-3D10-2F5F-9885472943F3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CONTEXTE</a:t>
            </a:r>
          </a:p>
        </p:txBody>
      </p:sp>
      <p:pic>
        <p:nvPicPr>
          <p:cNvPr id="23" name="Graphique 22">
            <a:extLst>
              <a:ext uri="{FF2B5EF4-FFF2-40B4-BE49-F238E27FC236}">
                <a16:creationId xmlns:a16="http://schemas.microsoft.com/office/drawing/2014/main" id="{183836DD-BC9F-3C6C-69BA-8DF578509D7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flipH="1">
            <a:off x="2596426" y="2359815"/>
            <a:ext cx="2125074" cy="2125074"/>
          </a:xfrm>
          <a:prstGeom prst="rect">
            <a:avLst/>
          </a:prstGeom>
        </p:spPr>
      </p:pic>
      <p:pic>
        <p:nvPicPr>
          <p:cNvPr id="25" name="Image 24" descr="Une image contenant cercle, Graphique, symbole&#10;&#10;Description générée automatiquement">
            <a:extLst>
              <a:ext uri="{FF2B5EF4-FFF2-40B4-BE49-F238E27FC236}">
                <a16:creationId xmlns:a16="http://schemas.microsoft.com/office/drawing/2014/main" id="{812DFDBD-D85D-8A81-C8B7-EFA584A2A12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89546" y="2358707"/>
            <a:ext cx="2125074" cy="2125074"/>
          </a:xfrm>
          <a:prstGeom prst="rect">
            <a:avLst/>
          </a:prstGeom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D6966C44-41D5-C45F-990A-08B9FFDE7690}"/>
              </a:ext>
            </a:extLst>
          </p:cNvPr>
          <p:cNvSpPr/>
          <p:nvPr/>
        </p:nvSpPr>
        <p:spPr>
          <a:xfrm>
            <a:off x="4413250" y="1509558"/>
            <a:ext cx="336550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5" name="Sous-titre 2">
            <a:extLst>
              <a:ext uri="{FF2B5EF4-FFF2-40B4-BE49-F238E27FC236}">
                <a16:creationId xmlns:a16="http://schemas.microsoft.com/office/drawing/2014/main" id="{022DCA6C-3DD4-FC80-A8AA-5E3378FA52D1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71726F4-887B-4485-FF4E-60B419B6569E}"/>
              </a:ext>
            </a:extLst>
          </p:cNvPr>
          <p:cNvSpPr/>
          <p:nvPr/>
        </p:nvSpPr>
        <p:spPr>
          <a:xfrm>
            <a:off x="8889604" y="0"/>
            <a:ext cx="3302396" cy="1949291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dirty="0"/>
              <a:t>UTILISATION DE GITHUB</a:t>
            </a:r>
          </a:p>
          <a:p>
            <a:pPr algn="ctr"/>
            <a:r>
              <a:rPr lang="fr-CH" dirty="0"/>
              <a:t>JDT</a:t>
            </a:r>
          </a:p>
          <a:p>
            <a:pPr algn="ctr"/>
            <a:r>
              <a:rPr lang="fr-CH" dirty="0"/>
              <a:t>JDT fait avec app</a:t>
            </a:r>
          </a:p>
        </p:txBody>
      </p:sp>
      <p:pic>
        <p:nvPicPr>
          <p:cNvPr id="7" name="Image 6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14C155FD-F6C2-DD1A-2AC3-7A76F8DF38C1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8" name="Image 7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0E3240F4-E055-0D7F-725B-C8CCD5EC8DF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21500" y="223319"/>
            <a:ext cx="281506" cy="281506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3405CF7-1E77-6913-BFFA-D81D3B99004B}"/>
              </a:ext>
            </a:extLst>
          </p:cNvPr>
          <p:cNvSpPr txBox="1"/>
          <p:nvPr/>
        </p:nvSpPr>
        <p:spPr>
          <a:xfrm>
            <a:off x="2520725" y="4638663"/>
            <a:ext cx="227647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CH" sz="2800" dirty="0"/>
              <a:t>GitHub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E4DE75D-5990-47CA-3C89-3F64682F1E01}"/>
              </a:ext>
            </a:extLst>
          </p:cNvPr>
          <p:cNvSpPr txBox="1"/>
          <p:nvPr/>
        </p:nvSpPr>
        <p:spPr>
          <a:xfrm>
            <a:off x="7413845" y="4638663"/>
            <a:ext cx="227647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CH" sz="2800" dirty="0"/>
              <a:t>JDT</a:t>
            </a:r>
          </a:p>
        </p:txBody>
      </p:sp>
    </p:spTree>
    <p:extLst>
      <p:ext uri="{BB962C8B-B14F-4D97-AF65-F5344CB8AC3E}">
        <p14:creationId xmlns:p14="http://schemas.microsoft.com/office/powerpoint/2010/main" val="112102481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>
        <p159:morph option="byObject"/>
      </p:transition>
    </mc:Choice>
    <mc:Fallback xmlns="">
      <p:transition spd="slow" advClick="0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Image 14" descr="Une image contenant léger, art&#10;&#10;Description générée automatiquement avec une confiance moyenne">
            <a:extLst>
              <a:ext uri="{FF2B5EF4-FFF2-40B4-BE49-F238E27FC236}">
                <a16:creationId xmlns:a16="http://schemas.microsoft.com/office/drawing/2014/main" id="{3ADEC4B8-74A8-6906-9E01-B000B284C8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75" y="0"/>
            <a:ext cx="4902969" cy="6858000"/>
          </a:xfrm>
          <a:prstGeom prst="rect">
            <a:avLst/>
          </a:prstGeom>
        </p:spPr>
      </p:pic>
      <p:sp>
        <p:nvSpPr>
          <p:cNvPr id="16" name="Titre 1">
            <a:extLst>
              <a:ext uri="{FF2B5EF4-FFF2-40B4-BE49-F238E27FC236}">
                <a16:creationId xmlns:a16="http://schemas.microsoft.com/office/drawing/2014/main" id="{0C530001-B230-3D10-2F5F-9885472943F3}"/>
              </a:ext>
            </a:extLst>
          </p:cNvPr>
          <p:cNvSpPr txBox="1">
            <a:spLocks/>
          </p:cNvSpPr>
          <p:nvPr/>
        </p:nvSpPr>
        <p:spPr>
          <a:xfrm>
            <a:off x="1523999" y="2551970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SITUER PRODUIT</a:t>
            </a:r>
          </a:p>
        </p:txBody>
      </p:sp>
      <p:sp>
        <p:nvSpPr>
          <p:cNvPr id="5" name="Sous-titre 2">
            <a:extLst>
              <a:ext uri="{FF2B5EF4-FFF2-40B4-BE49-F238E27FC236}">
                <a16:creationId xmlns:a16="http://schemas.microsoft.com/office/drawing/2014/main" id="{022DCA6C-3DD4-FC80-A8AA-5E3378FA52D1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pic>
        <p:nvPicPr>
          <p:cNvPr id="18" name="Image 17" descr="Une image contenant capture d’écran, obscurité, noir, espace&#10;&#10;Description générée automatiquement">
            <a:extLst>
              <a:ext uri="{FF2B5EF4-FFF2-40B4-BE49-F238E27FC236}">
                <a16:creationId xmlns:a16="http://schemas.microsoft.com/office/drawing/2014/main" id="{76098BFA-D95F-59BA-D109-7303EC83E59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V="1">
            <a:off x="6968067" y="0"/>
            <a:ext cx="5249333" cy="68580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029D46FC-24DB-4896-E2E7-7243120905AB}"/>
              </a:ext>
            </a:extLst>
          </p:cNvPr>
          <p:cNvSpPr/>
          <p:nvPr/>
        </p:nvSpPr>
        <p:spPr>
          <a:xfrm>
            <a:off x="3470274" y="3716927"/>
            <a:ext cx="525145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pic>
        <p:nvPicPr>
          <p:cNvPr id="4" name="Image 3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2E8950D2-F5F0-8ECD-8419-F2AA4E1DF14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7" name="Image 6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11F7F2FC-78C1-C30D-34A0-4DCDAE2DC79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9640" y="223319"/>
            <a:ext cx="281506" cy="281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87150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>
        <p159:morph option="byObject"/>
      </p:transition>
    </mc:Choice>
    <mc:Fallback xmlns="">
      <p:transition spd="slow" advClick="0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 descr="Une image contenant noir, obscurité, capture d’écran, noir et blanc&#10;&#10;Description générée automatiquement">
            <a:extLst>
              <a:ext uri="{FF2B5EF4-FFF2-40B4-BE49-F238E27FC236}">
                <a16:creationId xmlns:a16="http://schemas.microsoft.com/office/drawing/2014/main" id="{80C7AD50-D8E4-DB05-D139-A11DEA0682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68000" y="0"/>
            <a:ext cx="1513476" cy="5400000"/>
          </a:xfrm>
          <a:prstGeom prst="rect">
            <a:avLst/>
          </a:prstGeom>
        </p:spPr>
      </p:pic>
      <p:pic>
        <p:nvPicPr>
          <p:cNvPr id="8" name="Image 7" descr="Une image contenant ligne, symbole&#10;&#10;Description générée automatiquement">
            <a:extLst>
              <a:ext uri="{FF2B5EF4-FFF2-40B4-BE49-F238E27FC236}">
                <a16:creationId xmlns:a16="http://schemas.microsoft.com/office/drawing/2014/main" id="{A748BF91-609C-9BCF-68D6-4EA9F006FCC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58000"/>
            <a:ext cx="2689454" cy="5400000"/>
          </a:xfrm>
          <a:prstGeom prst="rect">
            <a:avLst/>
          </a:prstGeom>
        </p:spPr>
      </p:pic>
      <p:sp>
        <p:nvSpPr>
          <p:cNvPr id="12" name="Sous-titre 2">
            <a:extLst>
              <a:ext uri="{FF2B5EF4-FFF2-40B4-BE49-F238E27FC236}">
                <a16:creationId xmlns:a16="http://schemas.microsoft.com/office/drawing/2014/main" id="{B7D163EE-A4CF-88ED-D47E-1CA0B63ECD2D}"/>
              </a:ext>
            </a:extLst>
          </p:cNvPr>
          <p:cNvSpPr txBox="1">
            <a:spLocks/>
          </p:cNvSpPr>
          <p:nvPr/>
        </p:nvSpPr>
        <p:spPr>
          <a:xfrm>
            <a:off x="3936732" y="6607746"/>
            <a:ext cx="4318534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/>
              <a:t>Morgan Dussault		presentation_GitJournal_TPI.pptx</a:t>
            </a:r>
            <a:endParaRPr lang="fr-CH" sz="900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CB36D02-E996-EE47-8382-1B9D84B95FC8}"/>
              </a:ext>
            </a:extLst>
          </p:cNvPr>
          <p:cNvSpPr/>
          <p:nvPr/>
        </p:nvSpPr>
        <p:spPr>
          <a:xfrm>
            <a:off x="3470275" y="1507127"/>
            <a:ext cx="525145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54BCAA91-0EAE-6D72-5259-A1311145D3CF}"/>
              </a:ext>
            </a:extLst>
          </p:cNvPr>
          <p:cNvSpPr txBox="1"/>
          <p:nvPr/>
        </p:nvSpPr>
        <p:spPr>
          <a:xfrm>
            <a:off x="3489325" y="1855147"/>
            <a:ext cx="736516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dirty="0"/>
              <a:t>- monter fichier généré</a:t>
            </a:r>
          </a:p>
          <a:p>
            <a:endParaRPr lang="fr-CH" dirty="0"/>
          </a:p>
          <a:p>
            <a:endParaRPr lang="fr-CH" dirty="0"/>
          </a:p>
          <a:p>
            <a:r>
              <a:rPr lang="fr-CH" dirty="0"/>
              <a:t>      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CF04C68F-5EB7-3A9B-9C3F-F40C7A25209D}"/>
              </a:ext>
            </a:extLst>
          </p:cNvPr>
          <p:cNvSpPr txBox="1"/>
          <p:nvPr/>
        </p:nvSpPr>
        <p:spPr>
          <a:xfrm>
            <a:off x="0" y="5932773"/>
            <a:ext cx="80985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9600" dirty="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565D56E-B52B-AF57-D63B-9FA5F6C28ABC}"/>
              </a:ext>
            </a:extLst>
          </p:cNvPr>
          <p:cNvSpPr/>
          <p:nvPr/>
        </p:nvSpPr>
        <p:spPr>
          <a:xfrm>
            <a:off x="8609670" y="223319"/>
            <a:ext cx="3415199" cy="1949291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dirty="0"/>
              <a:t>EN QUOI GITJOURNAL EST UTILE ?</a:t>
            </a:r>
          </a:p>
        </p:txBody>
      </p:sp>
      <p:pic>
        <p:nvPicPr>
          <p:cNvPr id="10" name="Image 9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FA461AC4-5582-5B88-AC45-B2001940FAF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7" name="Image 6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8E0F5EFD-D3D7-7AC7-0CAB-30C30AC738A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9640" y="223319"/>
            <a:ext cx="281506" cy="281506"/>
          </a:xfrm>
          <a:prstGeom prst="rect">
            <a:avLst/>
          </a:prstGeom>
        </p:spPr>
      </p:pic>
      <p:sp>
        <p:nvSpPr>
          <p:cNvPr id="9" name="Titre 1">
            <a:extLst>
              <a:ext uri="{FF2B5EF4-FFF2-40B4-BE49-F238E27FC236}">
                <a16:creationId xmlns:a16="http://schemas.microsoft.com/office/drawing/2014/main" id="{09E2ADDB-7D27-6D10-71EB-A8A649B068EB}"/>
              </a:ext>
            </a:extLst>
          </p:cNvPr>
          <p:cNvSpPr txBox="1">
            <a:spLocks/>
          </p:cNvSpPr>
          <p:nvPr/>
        </p:nvSpPr>
        <p:spPr>
          <a:xfrm>
            <a:off x="1523999" y="304070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SITUER PRODUIT</a:t>
            </a:r>
          </a:p>
        </p:txBody>
      </p:sp>
      <p:pic>
        <p:nvPicPr>
          <p:cNvPr id="11" name="Picture 10" descr="A logo of a book&#10;&#10;AI-generated content may be incorrect.">
            <a:extLst>
              <a:ext uri="{FF2B5EF4-FFF2-40B4-BE49-F238E27FC236}">
                <a16:creationId xmlns:a16="http://schemas.microsoft.com/office/drawing/2014/main" id="{88C768CE-8DA6-A581-47FE-21E1B51AA7E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90457" y="2765314"/>
            <a:ext cx="2117128" cy="2074419"/>
          </a:xfrm>
          <a:prstGeom prst="rect">
            <a:avLst/>
          </a:prstGeom>
        </p:spPr>
      </p:pic>
      <p:pic>
        <p:nvPicPr>
          <p:cNvPr id="14" name="Picture 13" descr="A orange and black logo&#10;&#10;AI-generated content may be incorrect.">
            <a:extLst>
              <a:ext uri="{FF2B5EF4-FFF2-40B4-BE49-F238E27FC236}">
                <a16:creationId xmlns:a16="http://schemas.microsoft.com/office/drawing/2014/main" id="{7A887E51-11D0-4BC7-D273-84C9BD47B07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9640" y="2594932"/>
            <a:ext cx="2438095" cy="2438095"/>
          </a:xfrm>
          <a:prstGeom prst="rect">
            <a:avLst/>
          </a:prstGeom>
        </p:spPr>
      </p:pic>
      <p:pic>
        <p:nvPicPr>
          <p:cNvPr id="16" name="Picture 15" descr="A clock and gear with a black background&#10;&#10;AI-generated content may be incorrect.">
            <a:extLst>
              <a:ext uri="{FF2B5EF4-FFF2-40B4-BE49-F238E27FC236}">
                <a16:creationId xmlns:a16="http://schemas.microsoft.com/office/drawing/2014/main" id="{2F6B3910-5FFC-3641-DC4D-CDECCD7D927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49790" y="2594932"/>
            <a:ext cx="2278908" cy="24898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19867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Image 17" descr="Une image contenant capture d’écran, obscurité, noir, espace&#10;&#10;Description générée automatiquement">
            <a:extLst>
              <a:ext uri="{FF2B5EF4-FFF2-40B4-BE49-F238E27FC236}">
                <a16:creationId xmlns:a16="http://schemas.microsoft.com/office/drawing/2014/main" id="{76098BFA-D95F-59BA-D109-7303EC83E5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V="1">
            <a:off x="6968067" y="0"/>
            <a:ext cx="5249333" cy="6858000"/>
          </a:xfrm>
          <a:prstGeom prst="rect">
            <a:avLst/>
          </a:prstGeom>
        </p:spPr>
      </p:pic>
      <p:pic>
        <p:nvPicPr>
          <p:cNvPr id="15" name="Image 14" descr="Une image contenant léger, art&#10;&#10;Description générée automatiquement avec une confiance moyenne">
            <a:extLst>
              <a:ext uri="{FF2B5EF4-FFF2-40B4-BE49-F238E27FC236}">
                <a16:creationId xmlns:a16="http://schemas.microsoft.com/office/drawing/2014/main" id="{3ADEC4B8-74A8-6906-9E01-B000B284C88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75" y="0"/>
            <a:ext cx="4902969" cy="6858000"/>
          </a:xfrm>
          <a:prstGeom prst="rect">
            <a:avLst/>
          </a:prstGeom>
        </p:spPr>
      </p:pic>
      <p:sp>
        <p:nvSpPr>
          <p:cNvPr id="16" name="Titre 1">
            <a:extLst>
              <a:ext uri="{FF2B5EF4-FFF2-40B4-BE49-F238E27FC236}">
                <a16:creationId xmlns:a16="http://schemas.microsoft.com/office/drawing/2014/main" id="{0C530001-B230-3D10-2F5F-9885472943F3}"/>
              </a:ext>
            </a:extLst>
          </p:cNvPr>
          <p:cNvSpPr txBox="1">
            <a:spLocks/>
          </p:cNvSpPr>
          <p:nvPr/>
        </p:nvSpPr>
        <p:spPr>
          <a:xfrm>
            <a:off x="1523999" y="2551970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PRODUIT</a:t>
            </a:r>
          </a:p>
        </p:txBody>
      </p:sp>
      <p:sp>
        <p:nvSpPr>
          <p:cNvPr id="5" name="Sous-titre 2">
            <a:extLst>
              <a:ext uri="{FF2B5EF4-FFF2-40B4-BE49-F238E27FC236}">
                <a16:creationId xmlns:a16="http://schemas.microsoft.com/office/drawing/2014/main" id="{022DCA6C-3DD4-FC80-A8AA-5E3378FA52D1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17DA7F4-167D-E830-CCF1-BADBA9955836}"/>
              </a:ext>
            </a:extLst>
          </p:cNvPr>
          <p:cNvSpPr/>
          <p:nvPr/>
        </p:nvSpPr>
        <p:spPr>
          <a:xfrm>
            <a:off x="4717654" y="3713752"/>
            <a:ext cx="2756692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9968767-C714-C88F-A89C-3174CFB15FD1}"/>
              </a:ext>
            </a:extLst>
          </p:cNvPr>
          <p:cNvSpPr/>
          <p:nvPr/>
        </p:nvSpPr>
        <p:spPr>
          <a:xfrm>
            <a:off x="8621633" y="220938"/>
            <a:ext cx="3302396" cy="1949291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dirty="0"/>
              <a:t>AJOUTER IMAGES DE L’APP</a:t>
            </a:r>
          </a:p>
        </p:txBody>
      </p:sp>
      <p:pic>
        <p:nvPicPr>
          <p:cNvPr id="6" name="Image 5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D9E63264-2D89-9921-0603-67B2F358399A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8" name="Image 7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F3E9E5B3-EAD3-5FD8-AE05-A2A85797A01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3365" y="220938"/>
            <a:ext cx="281506" cy="281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45670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>
        <p159:morph option="byObject"/>
      </p:transition>
    </mc:Choice>
    <mc:Fallback xmlns="">
      <p:transition spd="slow" advClick="0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us-titre 2">
            <a:extLst>
              <a:ext uri="{FF2B5EF4-FFF2-40B4-BE49-F238E27FC236}">
                <a16:creationId xmlns:a16="http://schemas.microsoft.com/office/drawing/2014/main" id="{22DF18F2-4C48-BDED-F61F-F3341EAE9752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F1F7E57C-3DD9-7D7A-6776-7C60436D4C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39260" y="1568721"/>
            <a:ext cx="1513477" cy="352425"/>
          </a:xfrm>
        </p:spPr>
        <p:txBody>
          <a:bodyPr>
            <a:normAutofit fontScale="92500" lnSpcReduction="20000"/>
          </a:bodyPr>
          <a:lstStyle/>
          <a:p>
            <a:r>
              <a:rPr lang="fr-CH" dirty="0"/>
              <a:t>PAT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CFD67A48-1C8E-D2F4-738B-099B314E3EB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6" t="9772"/>
          <a:stretch/>
        </p:blipFill>
        <p:spPr bwMode="auto">
          <a:xfrm>
            <a:off x="2813434" y="2101928"/>
            <a:ext cx="6565127" cy="3482876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7" name="Image 6" descr="Une image contenant clipart, chat, dessin humoristique, silhouette&#10;&#10;Description générée automatiquement">
            <a:extLst>
              <a:ext uri="{FF2B5EF4-FFF2-40B4-BE49-F238E27FC236}">
                <a16:creationId xmlns:a16="http://schemas.microsoft.com/office/drawing/2014/main" id="{9C4E468B-DE6D-587A-B1C3-B8486EAF4A4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6003" b="16196"/>
          <a:stretch/>
        </p:blipFill>
        <p:spPr>
          <a:xfrm>
            <a:off x="11107599" y="5825798"/>
            <a:ext cx="959069" cy="956867"/>
          </a:xfrm>
          <a:prstGeom prst="rect">
            <a:avLst/>
          </a:prstGeom>
        </p:spPr>
      </p:pic>
      <p:sp>
        <p:nvSpPr>
          <p:cNvPr id="5" name="Titre 1">
            <a:extLst>
              <a:ext uri="{FF2B5EF4-FFF2-40B4-BE49-F238E27FC236}">
                <a16:creationId xmlns:a16="http://schemas.microsoft.com/office/drawing/2014/main" id="{83CA5EE3-EBC8-E63F-09BF-C352262202DF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PRODUIT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B8D24EB-9EB1-958B-F0BE-3D3F902D5748}"/>
              </a:ext>
            </a:extLst>
          </p:cNvPr>
          <p:cNvSpPr/>
          <p:nvPr/>
        </p:nvSpPr>
        <p:spPr>
          <a:xfrm>
            <a:off x="4717654" y="1513477"/>
            <a:ext cx="2756692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pic>
        <p:nvPicPr>
          <p:cNvPr id="11" name="Image 10" descr="Une image contenant noir, obscurité, noir et blanc, lune&#10;&#10;Description générée automatiquement">
            <a:extLst>
              <a:ext uri="{FF2B5EF4-FFF2-40B4-BE49-F238E27FC236}">
                <a16:creationId xmlns:a16="http://schemas.microsoft.com/office/drawing/2014/main" id="{1F23BFE6-274E-DCCB-B771-76E0CD21E92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58000"/>
            <a:ext cx="1513476" cy="5400000"/>
          </a:xfrm>
          <a:prstGeom prst="rect">
            <a:avLst/>
          </a:prstGeom>
        </p:spPr>
      </p:pic>
      <p:pic>
        <p:nvPicPr>
          <p:cNvPr id="12" name="Image 11" descr="Une image contenant ligne, connecteur&#10;&#10;Description générée automatiquement">
            <a:extLst>
              <a:ext uri="{FF2B5EF4-FFF2-40B4-BE49-F238E27FC236}">
                <a16:creationId xmlns:a16="http://schemas.microsoft.com/office/drawing/2014/main" id="{540EF648-2D6D-40CC-6849-64AA4DA8B03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92000" y="0"/>
            <a:ext cx="5400000" cy="2689453"/>
          </a:xfrm>
          <a:prstGeom prst="rect">
            <a:avLst/>
          </a:prstGeom>
        </p:spPr>
      </p:pic>
      <p:pic>
        <p:nvPicPr>
          <p:cNvPr id="14" name="Image 13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6744DD04-9844-E5F0-2D79-328656ED4AA7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16" name="Image 15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C87E385A-9280-8EB7-AAEA-68F98DCFA42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3365" y="220938"/>
            <a:ext cx="281506" cy="281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47136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us-titre 2">
            <a:extLst>
              <a:ext uri="{FF2B5EF4-FFF2-40B4-BE49-F238E27FC236}">
                <a16:creationId xmlns:a16="http://schemas.microsoft.com/office/drawing/2014/main" id="{22DF18F2-4C48-BDED-F61F-F3341EAE9752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F1F7E57C-3DD9-7D7A-6776-7C60436D4C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39260" y="1568721"/>
            <a:ext cx="1513477" cy="352425"/>
          </a:xfrm>
        </p:spPr>
        <p:txBody>
          <a:bodyPr>
            <a:normAutofit fontScale="92500" lnSpcReduction="20000"/>
          </a:bodyPr>
          <a:lstStyle/>
          <a:p>
            <a:r>
              <a:rPr lang="fr-CH" dirty="0"/>
              <a:t>PAT</a:t>
            </a:r>
          </a:p>
        </p:txBody>
      </p:sp>
      <p:pic>
        <p:nvPicPr>
          <p:cNvPr id="7" name="Image 6" descr="Une image contenant clipart, chat, dessin humoristique, silhouette&#10;&#10;Description générée automatiquement">
            <a:extLst>
              <a:ext uri="{FF2B5EF4-FFF2-40B4-BE49-F238E27FC236}">
                <a16:creationId xmlns:a16="http://schemas.microsoft.com/office/drawing/2014/main" id="{9C4E468B-DE6D-587A-B1C3-B8486EAF4A4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6003" b="16196"/>
          <a:stretch/>
        </p:blipFill>
        <p:spPr>
          <a:xfrm>
            <a:off x="11107599" y="5825798"/>
            <a:ext cx="959069" cy="956867"/>
          </a:xfrm>
          <a:prstGeom prst="rect">
            <a:avLst/>
          </a:prstGeom>
        </p:spPr>
      </p:pic>
      <p:pic>
        <p:nvPicPr>
          <p:cNvPr id="11" name="Image 10" descr="Une image contenant objet astronomique, cercle, Ambré, lune&#10;&#10;Description générée automatiquement">
            <a:extLst>
              <a:ext uri="{FF2B5EF4-FFF2-40B4-BE49-F238E27FC236}">
                <a16:creationId xmlns:a16="http://schemas.microsoft.com/office/drawing/2014/main" id="{0CAF27E0-F6CF-5141-4C50-BAD6D06583D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9889" y="2482537"/>
            <a:ext cx="1997155" cy="1997155"/>
          </a:xfrm>
          <a:prstGeom prst="rect">
            <a:avLst/>
          </a:prstGeom>
        </p:spPr>
      </p:pic>
      <p:pic>
        <p:nvPicPr>
          <p:cNvPr id="15" name="Image 14" descr="Une image contenant symbole, Graphique, capture d’écran, clipart&#10;&#10;Description générée automatiquement">
            <a:extLst>
              <a:ext uri="{FF2B5EF4-FFF2-40B4-BE49-F238E27FC236}">
                <a16:creationId xmlns:a16="http://schemas.microsoft.com/office/drawing/2014/main" id="{E613DFB3-8E54-EE55-660F-F36C17F1BE4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5498" y="2228355"/>
            <a:ext cx="2517012" cy="2517012"/>
          </a:xfrm>
          <a:prstGeom prst="rect">
            <a:avLst/>
          </a:prstGeom>
        </p:spPr>
      </p:pic>
      <p:grpSp>
        <p:nvGrpSpPr>
          <p:cNvPr id="13" name="Groupe 12">
            <a:extLst>
              <a:ext uri="{FF2B5EF4-FFF2-40B4-BE49-F238E27FC236}">
                <a16:creationId xmlns:a16="http://schemas.microsoft.com/office/drawing/2014/main" id="{DA26C58E-0801-4EA9-A3EA-1CCE15CF822E}"/>
              </a:ext>
            </a:extLst>
          </p:cNvPr>
          <p:cNvGrpSpPr/>
          <p:nvPr/>
        </p:nvGrpSpPr>
        <p:grpSpPr>
          <a:xfrm>
            <a:off x="2829484" y="3708506"/>
            <a:ext cx="767560" cy="1062103"/>
            <a:chOff x="3157315" y="3712132"/>
            <a:chExt cx="767560" cy="1062103"/>
          </a:xfrm>
        </p:grpSpPr>
        <p:pic>
          <p:nvPicPr>
            <p:cNvPr id="5" name="Image 4" descr="Une image contenant dessin humoristique, créativité&#10;&#10;Description générée automatiquement avec une confiance moyenne">
              <a:extLst>
                <a:ext uri="{FF2B5EF4-FFF2-40B4-BE49-F238E27FC236}">
                  <a16:creationId xmlns:a16="http://schemas.microsoft.com/office/drawing/2014/main" id="{52EA75EA-8945-DEB2-C397-81B1BCB16C4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157315" y="3712132"/>
              <a:ext cx="767560" cy="767560"/>
            </a:xfrm>
            <a:prstGeom prst="rect">
              <a:avLst/>
            </a:prstGeom>
          </p:spPr>
        </p:pic>
        <p:sp>
          <p:nvSpPr>
            <p:cNvPr id="12" name="ZoneTexte 11">
              <a:extLst>
                <a:ext uri="{FF2B5EF4-FFF2-40B4-BE49-F238E27FC236}">
                  <a16:creationId xmlns:a16="http://schemas.microsoft.com/office/drawing/2014/main" id="{BD4177D9-AE42-0646-112B-130C730DFD9C}"/>
                </a:ext>
              </a:extLst>
            </p:cNvPr>
            <p:cNvSpPr txBox="1"/>
            <p:nvPr/>
          </p:nvSpPr>
          <p:spPr>
            <a:xfrm>
              <a:off x="3245929" y="4404903"/>
              <a:ext cx="59033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CH" dirty="0"/>
                <a:t>PAT</a:t>
              </a:r>
            </a:p>
          </p:txBody>
        </p:sp>
      </p:grpSp>
      <p:cxnSp>
        <p:nvCxnSpPr>
          <p:cNvPr id="24" name="Connecteur droit avec flèche 23">
            <a:extLst>
              <a:ext uri="{FF2B5EF4-FFF2-40B4-BE49-F238E27FC236}">
                <a16:creationId xmlns:a16="http://schemas.microsoft.com/office/drawing/2014/main" id="{6DC92DC1-BE17-F969-727D-DE4BDD466E3A}"/>
              </a:ext>
            </a:extLst>
          </p:cNvPr>
          <p:cNvCxnSpPr>
            <a:cxnSpLocks/>
          </p:cNvCxnSpPr>
          <p:nvPr/>
        </p:nvCxnSpPr>
        <p:spPr>
          <a:xfrm>
            <a:off x="7101841" y="3481114"/>
            <a:ext cx="1566924" cy="5036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2" name="Groupe 31">
            <a:extLst>
              <a:ext uri="{FF2B5EF4-FFF2-40B4-BE49-F238E27FC236}">
                <a16:creationId xmlns:a16="http://schemas.microsoft.com/office/drawing/2014/main" id="{DC877674-C4D5-4DDC-D465-F6FDFD63E4B2}"/>
              </a:ext>
            </a:extLst>
          </p:cNvPr>
          <p:cNvGrpSpPr/>
          <p:nvPr/>
        </p:nvGrpSpPr>
        <p:grpSpPr>
          <a:xfrm>
            <a:off x="8768188" y="2642138"/>
            <a:ext cx="1688024" cy="2038277"/>
            <a:chOff x="8013444" y="2642138"/>
            <a:chExt cx="1688024" cy="2038277"/>
          </a:xfrm>
        </p:grpSpPr>
        <p:pic>
          <p:nvPicPr>
            <p:cNvPr id="21" name="Image 20" descr="Une image contenant symbole, conception&#10;&#10;Description générée automatiquement">
              <a:extLst>
                <a:ext uri="{FF2B5EF4-FFF2-40B4-BE49-F238E27FC236}">
                  <a16:creationId xmlns:a16="http://schemas.microsoft.com/office/drawing/2014/main" id="{0EFE59EF-0BE2-E277-86C8-FE881AEE38F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013444" y="2642138"/>
              <a:ext cx="1688024" cy="168802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31" name="ZoneTexte 30">
              <a:extLst>
                <a:ext uri="{FF2B5EF4-FFF2-40B4-BE49-F238E27FC236}">
                  <a16:creationId xmlns:a16="http://schemas.microsoft.com/office/drawing/2014/main" id="{5B71E591-B0F3-ABFE-681A-CC6C16DD3C47}"/>
                </a:ext>
              </a:extLst>
            </p:cNvPr>
            <p:cNvSpPr txBox="1"/>
            <p:nvPr/>
          </p:nvSpPr>
          <p:spPr>
            <a:xfrm>
              <a:off x="8013444" y="4311083"/>
              <a:ext cx="168802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CH" dirty="0"/>
                <a:t>Morgan-DD</a:t>
              </a:r>
            </a:p>
          </p:txBody>
        </p:sp>
      </p:grpSp>
      <p:sp>
        <p:nvSpPr>
          <p:cNvPr id="4" name="Titre 1">
            <a:extLst>
              <a:ext uri="{FF2B5EF4-FFF2-40B4-BE49-F238E27FC236}">
                <a16:creationId xmlns:a16="http://schemas.microsoft.com/office/drawing/2014/main" id="{6BA9BBBB-60A7-F861-3DCC-220E49E1F9EE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PRODUIT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C6826E5-33FF-B440-7B62-10376D213EF6}"/>
              </a:ext>
            </a:extLst>
          </p:cNvPr>
          <p:cNvSpPr/>
          <p:nvPr/>
        </p:nvSpPr>
        <p:spPr>
          <a:xfrm>
            <a:off x="4717654" y="1513477"/>
            <a:ext cx="2756692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pic>
        <p:nvPicPr>
          <p:cNvPr id="14" name="Image 13" descr="Une image contenant noir, obscurité, noir et blanc, lune&#10;&#10;Description générée automatiquement">
            <a:extLst>
              <a:ext uri="{FF2B5EF4-FFF2-40B4-BE49-F238E27FC236}">
                <a16:creationId xmlns:a16="http://schemas.microsoft.com/office/drawing/2014/main" id="{48A7D45C-7275-CD8D-B99C-72157E52E1D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58000"/>
            <a:ext cx="1513476" cy="5400000"/>
          </a:xfrm>
          <a:prstGeom prst="rect">
            <a:avLst/>
          </a:prstGeom>
        </p:spPr>
      </p:pic>
      <p:pic>
        <p:nvPicPr>
          <p:cNvPr id="16" name="Image 15" descr="Une image contenant ligne, connecteur&#10;&#10;Description générée automatiquement">
            <a:extLst>
              <a:ext uri="{FF2B5EF4-FFF2-40B4-BE49-F238E27FC236}">
                <a16:creationId xmlns:a16="http://schemas.microsoft.com/office/drawing/2014/main" id="{481EB345-9FC3-7715-E902-4D2561FABAC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92000" y="0"/>
            <a:ext cx="5400000" cy="2689453"/>
          </a:xfrm>
          <a:prstGeom prst="rect">
            <a:avLst/>
          </a:prstGeom>
        </p:spPr>
      </p:pic>
      <p:pic>
        <p:nvPicPr>
          <p:cNvPr id="26" name="Image 25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E84C7BDD-1DB4-25BB-CCEF-964B3D91C9D7}"/>
              </a:ext>
            </a:extLst>
          </p:cNvPr>
          <p:cNvPicPr>
            <a:picLocks noChangeAspect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28" name="Image 27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C87281C5-FF50-AE41-9AC3-CCB99798A47E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3365" y="220938"/>
            <a:ext cx="281506" cy="281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58310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66667E-6 4.44444E-6 L 0.28841 0.00023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4414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22" presetClass="entr" presetSubtype="8" fill="hold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us-titre 2">
            <a:extLst>
              <a:ext uri="{FF2B5EF4-FFF2-40B4-BE49-F238E27FC236}">
                <a16:creationId xmlns:a16="http://schemas.microsoft.com/office/drawing/2014/main" id="{22DF18F2-4C48-BDED-F61F-F3341EAE9752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F1F7E57C-3DD9-7D7A-6776-7C60436D4C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459959" y="1572451"/>
            <a:ext cx="3272080" cy="352425"/>
          </a:xfrm>
        </p:spPr>
        <p:txBody>
          <a:bodyPr>
            <a:normAutofit fontScale="92500" lnSpcReduction="20000"/>
          </a:bodyPr>
          <a:lstStyle/>
          <a:p>
            <a:r>
              <a:rPr lang="fr-CH" dirty="0"/>
              <a:t>Affichage et modification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F69C6FD6-4023-C497-7BB8-006F0A9240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61639" y="2216138"/>
            <a:ext cx="9468719" cy="351497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0" name="Titre 1">
            <a:extLst>
              <a:ext uri="{FF2B5EF4-FFF2-40B4-BE49-F238E27FC236}">
                <a16:creationId xmlns:a16="http://schemas.microsoft.com/office/drawing/2014/main" id="{725FC88F-BC13-1423-E01F-50502B6110C6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PRODUIT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1FF1CDE-14A7-1867-3190-C89364E20CF4}"/>
              </a:ext>
            </a:extLst>
          </p:cNvPr>
          <p:cNvSpPr/>
          <p:nvPr/>
        </p:nvSpPr>
        <p:spPr>
          <a:xfrm>
            <a:off x="4717654" y="1513477"/>
            <a:ext cx="2756692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pic>
        <p:nvPicPr>
          <p:cNvPr id="14" name="Image 13" descr="Une image contenant noir, obscurité, noir et blanc, lune&#10;&#10;Description générée automatiquement">
            <a:extLst>
              <a:ext uri="{FF2B5EF4-FFF2-40B4-BE49-F238E27FC236}">
                <a16:creationId xmlns:a16="http://schemas.microsoft.com/office/drawing/2014/main" id="{B15A3A56-5213-DFC4-8C23-68C23E37657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58000"/>
            <a:ext cx="1513476" cy="5400000"/>
          </a:xfrm>
          <a:prstGeom prst="rect">
            <a:avLst/>
          </a:prstGeom>
        </p:spPr>
      </p:pic>
      <p:pic>
        <p:nvPicPr>
          <p:cNvPr id="15" name="Image 14" descr="Une image contenant ligne, connecteur&#10;&#10;Description générée automatiquement">
            <a:extLst>
              <a:ext uri="{FF2B5EF4-FFF2-40B4-BE49-F238E27FC236}">
                <a16:creationId xmlns:a16="http://schemas.microsoft.com/office/drawing/2014/main" id="{D860E3D7-EBD9-3E0D-E806-81478E06E8D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92000" y="0"/>
            <a:ext cx="5400000" cy="2689453"/>
          </a:xfrm>
          <a:prstGeom prst="rect">
            <a:avLst/>
          </a:prstGeom>
        </p:spPr>
      </p:pic>
      <p:pic>
        <p:nvPicPr>
          <p:cNvPr id="16" name="Image 15" descr="Une image contenant cercle, Graphique, symbole&#10;&#10;Description générée automatiquement">
            <a:extLst>
              <a:ext uri="{FF2B5EF4-FFF2-40B4-BE49-F238E27FC236}">
                <a16:creationId xmlns:a16="http://schemas.microsoft.com/office/drawing/2014/main" id="{0E3A9FBA-0C3D-4127-9CC7-FA6298BBE9C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82199" y="5825798"/>
            <a:ext cx="957600" cy="957600"/>
          </a:xfrm>
          <a:prstGeom prst="rect">
            <a:avLst/>
          </a:prstGeom>
        </p:spPr>
      </p:pic>
      <p:pic>
        <p:nvPicPr>
          <p:cNvPr id="23" name="Image 22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7872AFB4-EAD7-33BD-0DD8-BEA91F2EAC11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25" name="Image 24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5E7C15E1-7161-AAF0-2AC4-16D0E5E20D3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3365" y="220938"/>
            <a:ext cx="281506" cy="281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87448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Image 14" descr="Une image contenant Police, capture d’écran, Graphique, texte&#10;&#10;Description générée automatiquement">
            <a:extLst>
              <a:ext uri="{FF2B5EF4-FFF2-40B4-BE49-F238E27FC236}">
                <a16:creationId xmlns:a16="http://schemas.microsoft.com/office/drawing/2014/main" id="{1D2D94E2-F51F-9A2A-9EE9-0F0BBC1AA93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82199" y="5825432"/>
            <a:ext cx="957600" cy="957600"/>
          </a:xfrm>
          <a:prstGeom prst="rect">
            <a:avLst/>
          </a:prstGeom>
        </p:spPr>
      </p:pic>
      <p:sp>
        <p:nvSpPr>
          <p:cNvPr id="2" name="Sous-titre 2">
            <a:extLst>
              <a:ext uri="{FF2B5EF4-FFF2-40B4-BE49-F238E27FC236}">
                <a16:creationId xmlns:a16="http://schemas.microsoft.com/office/drawing/2014/main" id="{22DF18F2-4C48-BDED-F61F-F3341EAE9752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F1F7E57C-3DD9-7D7A-6776-7C60436D4C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34544" y="1568721"/>
            <a:ext cx="5522912" cy="352425"/>
          </a:xfrm>
        </p:spPr>
        <p:txBody>
          <a:bodyPr>
            <a:normAutofit fontScale="92500" lnSpcReduction="20000"/>
          </a:bodyPr>
          <a:lstStyle/>
          <a:p>
            <a:r>
              <a:rPr lang="fr-CH" dirty="0"/>
              <a:t>PDF</a:t>
            </a:r>
          </a:p>
        </p:txBody>
      </p:sp>
      <p:sp>
        <p:nvSpPr>
          <p:cNvPr id="5" name="Titre 1">
            <a:extLst>
              <a:ext uri="{FF2B5EF4-FFF2-40B4-BE49-F238E27FC236}">
                <a16:creationId xmlns:a16="http://schemas.microsoft.com/office/drawing/2014/main" id="{308C7C56-0961-B5C9-6610-682A90F80170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PRODUIT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FA9ED67-D502-81A1-7ADE-FD769FFE9FDD}"/>
              </a:ext>
            </a:extLst>
          </p:cNvPr>
          <p:cNvSpPr/>
          <p:nvPr/>
        </p:nvSpPr>
        <p:spPr>
          <a:xfrm>
            <a:off x="4717654" y="1513477"/>
            <a:ext cx="2756692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pic>
        <p:nvPicPr>
          <p:cNvPr id="10" name="Image 9" descr="Une image contenant noir, obscurité, noir et blanc, lune&#10;&#10;Description générée automatiquement">
            <a:extLst>
              <a:ext uri="{FF2B5EF4-FFF2-40B4-BE49-F238E27FC236}">
                <a16:creationId xmlns:a16="http://schemas.microsoft.com/office/drawing/2014/main" id="{8A35E518-D08C-83CC-88DA-A38F6ED5362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66965"/>
            <a:ext cx="1513476" cy="5400000"/>
          </a:xfrm>
          <a:prstGeom prst="rect">
            <a:avLst/>
          </a:prstGeom>
        </p:spPr>
      </p:pic>
      <p:pic>
        <p:nvPicPr>
          <p:cNvPr id="11" name="Image 10" descr="Une image contenant ligne, connecteur&#10;&#10;Description générée automatiquement">
            <a:extLst>
              <a:ext uri="{FF2B5EF4-FFF2-40B4-BE49-F238E27FC236}">
                <a16:creationId xmlns:a16="http://schemas.microsoft.com/office/drawing/2014/main" id="{9C33A6F0-C3CA-04BD-73D1-418E9FECFA3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92000" y="0"/>
            <a:ext cx="5400000" cy="2689453"/>
          </a:xfrm>
          <a:prstGeom prst="rect">
            <a:avLst/>
          </a:prstGeom>
        </p:spPr>
      </p:pic>
      <p:pic>
        <p:nvPicPr>
          <p:cNvPr id="13" name="Image 12" descr="Une image contenant texte, capture d’écran, nombre, Police&#10;&#10;Description générée automatiquement">
            <a:extLst>
              <a:ext uri="{FF2B5EF4-FFF2-40B4-BE49-F238E27FC236}">
                <a16:creationId xmlns:a16="http://schemas.microsoft.com/office/drawing/2014/main" id="{1E75737A-CCD1-5840-C97C-A2DFC5F6AAF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52404" y="1539190"/>
            <a:ext cx="8244114" cy="437046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1" name="Image 20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6A5C0D52-4A6E-9C0C-2831-113600F383A4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24" name="Image 23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F91C3881-F4C9-7806-C13E-88E39E3D726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3365" y="220938"/>
            <a:ext cx="281506" cy="281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038851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Image 14" descr="Une image contenant léger, art&#10;&#10;Description générée automatiquement avec une confiance moyenne">
            <a:extLst>
              <a:ext uri="{FF2B5EF4-FFF2-40B4-BE49-F238E27FC236}">
                <a16:creationId xmlns:a16="http://schemas.microsoft.com/office/drawing/2014/main" id="{3ADEC4B8-74A8-6906-9E01-B000B284C8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75" y="0"/>
            <a:ext cx="4902969" cy="6858000"/>
          </a:xfrm>
          <a:prstGeom prst="rect">
            <a:avLst/>
          </a:prstGeom>
        </p:spPr>
      </p:pic>
      <p:sp>
        <p:nvSpPr>
          <p:cNvPr id="16" name="Titre 1">
            <a:extLst>
              <a:ext uri="{FF2B5EF4-FFF2-40B4-BE49-F238E27FC236}">
                <a16:creationId xmlns:a16="http://schemas.microsoft.com/office/drawing/2014/main" id="{0C530001-B230-3D10-2F5F-9885472943F3}"/>
              </a:ext>
            </a:extLst>
          </p:cNvPr>
          <p:cNvSpPr txBox="1">
            <a:spLocks/>
          </p:cNvSpPr>
          <p:nvPr/>
        </p:nvSpPr>
        <p:spPr>
          <a:xfrm>
            <a:off x="1523999" y="2551970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FONCTIONEMENT</a:t>
            </a:r>
          </a:p>
        </p:txBody>
      </p:sp>
      <p:sp>
        <p:nvSpPr>
          <p:cNvPr id="5" name="Sous-titre 2">
            <a:extLst>
              <a:ext uri="{FF2B5EF4-FFF2-40B4-BE49-F238E27FC236}">
                <a16:creationId xmlns:a16="http://schemas.microsoft.com/office/drawing/2014/main" id="{022DCA6C-3DD4-FC80-A8AA-5E3378FA52D1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pic>
        <p:nvPicPr>
          <p:cNvPr id="18" name="Image 17" descr="Une image contenant capture d’écran, obscurité, noir, espace&#10;&#10;Description générée automatiquement">
            <a:extLst>
              <a:ext uri="{FF2B5EF4-FFF2-40B4-BE49-F238E27FC236}">
                <a16:creationId xmlns:a16="http://schemas.microsoft.com/office/drawing/2014/main" id="{76098BFA-D95F-59BA-D109-7303EC83E59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V="1">
            <a:off x="6968067" y="0"/>
            <a:ext cx="5249333" cy="68580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98D3392A-2F12-5CCA-C69D-D80E80A616F8}"/>
              </a:ext>
            </a:extLst>
          </p:cNvPr>
          <p:cNvSpPr/>
          <p:nvPr/>
        </p:nvSpPr>
        <p:spPr>
          <a:xfrm>
            <a:off x="3334544" y="3705224"/>
            <a:ext cx="5522912" cy="5424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pic>
        <p:nvPicPr>
          <p:cNvPr id="6" name="Image 5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F217ABFB-3DD2-0DF9-5739-D3089B087C8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9" name="Image 8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67BCC81F-75A2-F6B0-8BFB-9E31CE9BAC6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9598" y="220938"/>
            <a:ext cx="281506" cy="281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251087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>
        <p159:morph option="byObject"/>
      </p:transition>
    </mc:Choice>
    <mc:Fallback xmlns="">
      <p:transition spd="slow" advClick="0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 5" descr="Une image contenant ligne, symbole, art&#10;&#10;Description générée automatiquement">
            <a:extLst>
              <a:ext uri="{FF2B5EF4-FFF2-40B4-BE49-F238E27FC236}">
                <a16:creationId xmlns:a16="http://schemas.microsoft.com/office/drawing/2014/main" id="{C5DA33E7-9144-00E5-4784-05E26F918B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2546" y="0"/>
            <a:ext cx="2689454" cy="5400000"/>
          </a:xfrm>
          <a:prstGeom prst="rect">
            <a:avLst/>
          </a:prstGeom>
        </p:spPr>
      </p:pic>
      <p:pic>
        <p:nvPicPr>
          <p:cNvPr id="19" name="Image 18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B240EE40-55FD-273A-B727-2ACD9490649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9485"/>
          <a:stretch/>
        </p:blipFill>
        <p:spPr>
          <a:xfrm>
            <a:off x="0" y="5349875"/>
            <a:ext cx="3807822" cy="1513476"/>
          </a:xfrm>
          <a:prstGeom prst="rect">
            <a:avLst/>
          </a:prstGeom>
        </p:spPr>
      </p:pic>
      <p:sp>
        <p:nvSpPr>
          <p:cNvPr id="20" name="Titre 1">
            <a:extLst>
              <a:ext uri="{FF2B5EF4-FFF2-40B4-BE49-F238E27FC236}">
                <a16:creationId xmlns:a16="http://schemas.microsoft.com/office/drawing/2014/main" id="{21EDAC0E-1F28-A5CB-6BF6-007CF31D37EF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FONCTIONEMENT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063DE3A-EE86-C16F-8848-F0C8AE2E32CA}"/>
              </a:ext>
            </a:extLst>
          </p:cNvPr>
          <p:cNvSpPr/>
          <p:nvPr/>
        </p:nvSpPr>
        <p:spPr>
          <a:xfrm>
            <a:off x="3334544" y="1504949"/>
            <a:ext cx="5522912" cy="5424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" name="Sous-titre 2">
            <a:extLst>
              <a:ext uri="{FF2B5EF4-FFF2-40B4-BE49-F238E27FC236}">
                <a16:creationId xmlns:a16="http://schemas.microsoft.com/office/drawing/2014/main" id="{22DF18F2-4C48-BDED-F61F-F3341EAE9752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F1F7E57C-3DD9-7D7A-6776-7C60436D4C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39260" y="1568721"/>
            <a:ext cx="1513477" cy="352425"/>
          </a:xfrm>
        </p:spPr>
        <p:txBody>
          <a:bodyPr>
            <a:normAutofit fontScale="92500" lnSpcReduction="20000"/>
          </a:bodyPr>
          <a:lstStyle/>
          <a:p>
            <a:r>
              <a:rPr lang="fr-CH" dirty="0"/>
              <a:t>PAT</a:t>
            </a:r>
          </a:p>
        </p:txBody>
      </p:sp>
      <p:pic>
        <p:nvPicPr>
          <p:cNvPr id="5" name="Image 4" descr="Une image contenant clipart, chat, dessin humoristique, silhouette&#10;&#10;Description générée automatiquement">
            <a:extLst>
              <a:ext uri="{FF2B5EF4-FFF2-40B4-BE49-F238E27FC236}">
                <a16:creationId xmlns:a16="http://schemas.microsoft.com/office/drawing/2014/main" id="{8466A9A8-9536-958C-36A0-FDD2ED8D8115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6003" b="16196"/>
          <a:stretch/>
        </p:blipFill>
        <p:spPr>
          <a:xfrm>
            <a:off x="4662746" y="2334868"/>
            <a:ext cx="2623430" cy="2617405"/>
          </a:xfrm>
          <a:prstGeom prst="rect">
            <a:avLst/>
          </a:prstGeom>
        </p:spPr>
      </p:pic>
      <p:pic>
        <p:nvPicPr>
          <p:cNvPr id="7" name="Image 6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AA6FFDD0-1878-7E15-65B0-35494A9F4B28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9" name="Image 8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952C8058-9E86-34FA-1367-AA685514293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9598" y="220938"/>
            <a:ext cx="281506" cy="281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253042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Image 18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B240EE40-55FD-273A-B727-2ACD9490649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9485"/>
          <a:stretch/>
        </p:blipFill>
        <p:spPr>
          <a:xfrm>
            <a:off x="0" y="5349875"/>
            <a:ext cx="3807822" cy="1513476"/>
          </a:xfrm>
          <a:prstGeom prst="rect">
            <a:avLst/>
          </a:prstGeom>
        </p:spPr>
      </p:pic>
      <p:sp>
        <p:nvSpPr>
          <p:cNvPr id="20" name="Titre 1">
            <a:extLst>
              <a:ext uri="{FF2B5EF4-FFF2-40B4-BE49-F238E27FC236}">
                <a16:creationId xmlns:a16="http://schemas.microsoft.com/office/drawing/2014/main" id="{21EDAC0E-1F28-A5CB-6BF6-007CF31D37EF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FONCTIONEMENT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063DE3A-EE86-C16F-8848-F0C8AE2E32CA}"/>
              </a:ext>
            </a:extLst>
          </p:cNvPr>
          <p:cNvSpPr/>
          <p:nvPr/>
        </p:nvSpPr>
        <p:spPr>
          <a:xfrm>
            <a:off x="3334544" y="1504949"/>
            <a:ext cx="5522912" cy="5424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" name="Sous-titre 2">
            <a:extLst>
              <a:ext uri="{FF2B5EF4-FFF2-40B4-BE49-F238E27FC236}">
                <a16:creationId xmlns:a16="http://schemas.microsoft.com/office/drawing/2014/main" id="{22DF18F2-4C48-BDED-F61F-F3341EAE9752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F1F7E57C-3DD9-7D7A-6776-7C60436D4C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39260" y="1568721"/>
            <a:ext cx="1513477" cy="352425"/>
          </a:xfrm>
        </p:spPr>
        <p:txBody>
          <a:bodyPr>
            <a:normAutofit fontScale="92500" lnSpcReduction="20000"/>
          </a:bodyPr>
          <a:lstStyle/>
          <a:p>
            <a:r>
              <a:rPr lang="fr-CH" dirty="0"/>
              <a:t>PAT</a:t>
            </a:r>
          </a:p>
        </p:txBody>
      </p:sp>
      <p:pic>
        <p:nvPicPr>
          <p:cNvPr id="7" name="Image 6" descr="Une image contenant clipart, chat, dessin humoristique, silhouette&#10;&#10;Description générée automatiquement">
            <a:extLst>
              <a:ext uri="{FF2B5EF4-FFF2-40B4-BE49-F238E27FC236}">
                <a16:creationId xmlns:a16="http://schemas.microsoft.com/office/drawing/2014/main" id="{9C4E468B-DE6D-587A-B1C3-B8486EAF4A4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6003" b="16196"/>
          <a:stretch/>
        </p:blipFill>
        <p:spPr>
          <a:xfrm>
            <a:off x="11107599" y="5825798"/>
            <a:ext cx="959069" cy="956867"/>
          </a:xfrm>
          <a:prstGeom prst="rect">
            <a:avLst/>
          </a:prstGeom>
        </p:spPr>
      </p:pic>
      <p:pic>
        <p:nvPicPr>
          <p:cNvPr id="5" name="Graphique 4">
            <a:extLst>
              <a:ext uri="{FF2B5EF4-FFF2-40B4-BE49-F238E27FC236}">
                <a16:creationId xmlns:a16="http://schemas.microsoft.com/office/drawing/2014/main" id="{C24BDAC2-D49D-7F35-5E51-24CCFB6D34C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78987" y="461915"/>
            <a:ext cx="1459231" cy="1459231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3E6D44E2-3641-FE95-4958-82BDCB85B9D3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r="13954"/>
          <a:stretch/>
        </p:blipFill>
        <p:spPr>
          <a:xfrm>
            <a:off x="2315247" y="2323075"/>
            <a:ext cx="1934498" cy="3057952"/>
          </a:xfrm>
          <a:prstGeom prst="rect">
            <a:avLst/>
          </a:prstGeom>
        </p:spPr>
      </p:pic>
      <p:pic>
        <p:nvPicPr>
          <p:cNvPr id="15" name="Image 14">
            <a:extLst>
              <a:ext uri="{FF2B5EF4-FFF2-40B4-BE49-F238E27FC236}">
                <a16:creationId xmlns:a16="http://schemas.microsoft.com/office/drawing/2014/main" id="{8B416EF2-6559-FD7B-BE85-56B5588F7402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r="14599"/>
          <a:stretch/>
        </p:blipFill>
        <p:spPr>
          <a:xfrm>
            <a:off x="7030903" y="2251627"/>
            <a:ext cx="1846780" cy="3200847"/>
          </a:xfrm>
          <a:prstGeom prst="rect">
            <a:avLst/>
          </a:prstGeom>
        </p:spPr>
      </p:pic>
      <p:pic>
        <p:nvPicPr>
          <p:cNvPr id="21" name="Image 20">
            <a:extLst>
              <a:ext uri="{FF2B5EF4-FFF2-40B4-BE49-F238E27FC236}">
                <a16:creationId xmlns:a16="http://schemas.microsoft.com/office/drawing/2014/main" id="{AE183BBB-535D-8043-B60C-A2949A15C458}"/>
              </a:ext>
            </a:extLst>
          </p:cNvPr>
          <p:cNvPicPr>
            <a:picLocks noChangeAspect="1"/>
          </p:cNvPicPr>
          <p:nvPr/>
        </p:nvPicPr>
        <p:blipFill rotWithShape="1">
          <a:blip r:embed="rId8"/>
          <a:srcRect r="25873"/>
          <a:stretch/>
        </p:blipFill>
        <p:spPr>
          <a:xfrm>
            <a:off x="415196" y="2375469"/>
            <a:ext cx="1723022" cy="2953162"/>
          </a:xfrm>
          <a:prstGeom prst="rect">
            <a:avLst/>
          </a:prstGeom>
        </p:spPr>
      </p:pic>
      <p:pic>
        <p:nvPicPr>
          <p:cNvPr id="24" name="Image 23">
            <a:extLst>
              <a:ext uri="{FF2B5EF4-FFF2-40B4-BE49-F238E27FC236}">
                <a16:creationId xmlns:a16="http://schemas.microsoft.com/office/drawing/2014/main" id="{1DF8222A-6A88-C337-8472-2C7C8CA4F5A0}"/>
              </a:ext>
            </a:extLst>
          </p:cNvPr>
          <p:cNvPicPr>
            <a:picLocks noChangeAspect="1"/>
          </p:cNvPicPr>
          <p:nvPr/>
        </p:nvPicPr>
        <p:blipFill rotWithShape="1">
          <a:blip r:embed="rId9"/>
          <a:srcRect r="5874"/>
          <a:stretch/>
        </p:blipFill>
        <p:spPr>
          <a:xfrm>
            <a:off x="4579109" y="1903919"/>
            <a:ext cx="2232722" cy="3896269"/>
          </a:xfrm>
          <a:prstGeom prst="rect">
            <a:avLst/>
          </a:prstGeom>
        </p:spPr>
      </p:pic>
      <p:pic>
        <p:nvPicPr>
          <p:cNvPr id="26" name="Image 25">
            <a:extLst>
              <a:ext uri="{FF2B5EF4-FFF2-40B4-BE49-F238E27FC236}">
                <a16:creationId xmlns:a16="http://schemas.microsoft.com/office/drawing/2014/main" id="{0D8CE54B-9632-7254-D0BE-7384603B52C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037056" y="2708893"/>
            <a:ext cx="1819529" cy="2286319"/>
          </a:xfrm>
          <a:prstGeom prst="rect">
            <a:avLst/>
          </a:prstGeom>
        </p:spPr>
      </p:pic>
      <p:pic>
        <p:nvPicPr>
          <p:cNvPr id="8" name="Image 7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14496081-C44E-C717-B64E-448605A5BECC}"/>
              </a:ext>
            </a:extLst>
          </p:cNvPr>
          <p:cNvPicPr>
            <a:picLocks noChangeAspect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10" name="Image 9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DF80F762-202E-A2F5-E153-F32C3768EB09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9598" y="220938"/>
            <a:ext cx="281506" cy="281506"/>
          </a:xfrm>
          <a:prstGeom prst="rect">
            <a:avLst/>
          </a:prstGeom>
        </p:spPr>
      </p:pic>
      <p:pic>
        <p:nvPicPr>
          <p:cNvPr id="4" name="Image 3" descr="Une image contenant ligne, symbole, art&#10;&#10;Description générée automatiquement">
            <a:extLst>
              <a:ext uri="{FF2B5EF4-FFF2-40B4-BE49-F238E27FC236}">
                <a16:creationId xmlns:a16="http://schemas.microsoft.com/office/drawing/2014/main" id="{94CF4108-64D0-CCFB-6D79-F0BC36BC6054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2546" y="0"/>
            <a:ext cx="2689454" cy="54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23129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Image 18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B240EE40-55FD-273A-B727-2ACD9490649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9485"/>
          <a:stretch/>
        </p:blipFill>
        <p:spPr>
          <a:xfrm>
            <a:off x="0" y="5349875"/>
            <a:ext cx="3807822" cy="1513476"/>
          </a:xfrm>
          <a:prstGeom prst="rect">
            <a:avLst/>
          </a:prstGeom>
        </p:spPr>
      </p:pic>
      <p:sp>
        <p:nvSpPr>
          <p:cNvPr id="20" name="Titre 1">
            <a:extLst>
              <a:ext uri="{FF2B5EF4-FFF2-40B4-BE49-F238E27FC236}">
                <a16:creationId xmlns:a16="http://schemas.microsoft.com/office/drawing/2014/main" id="{21EDAC0E-1F28-A5CB-6BF6-007CF31D37EF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FONCTIONEMENT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063DE3A-EE86-C16F-8848-F0C8AE2E32CA}"/>
              </a:ext>
            </a:extLst>
          </p:cNvPr>
          <p:cNvSpPr/>
          <p:nvPr/>
        </p:nvSpPr>
        <p:spPr>
          <a:xfrm>
            <a:off x="3334544" y="1504949"/>
            <a:ext cx="5522912" cy="5424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" name="Sous-titre 2">
            <a:extLst>
              <a:ext uri="{FF2B5EF4-FFF2-40B4-BE49-F238E27FC236}">
                <a16:creationId xmlns:a16="http://schemas.microsoft.com/office/drawing/2014/main" id="{22DF18F2-4C48-BDED-F61F-F3341EAE9752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sp>
        <p:nvSpPr>
          <p:cNvPr id="8" name="Sous-titre 2">
            <a:extLst>
              <a:ext uri="{FF2B5EF4-FFF2-40B4-BE49-F238E27FC236}">
                <a16:creationId xmlns:a16="http://schemas.microsoft.com/office/drawing/2014/main" id="{52D85A06-45C0-C2D7-D328-39633AE37922}"/>
              </a:ext>
            </a:extLst>
          </p:cNvPr>
          <p:cNvSpPr txBox="1">
            <a:spLocks/>
          </p:cNvSpPr>
          <p:nvPr/>
        </p:nvSpPr>
        <p:spPr>
          <a:xfrm>
            <a:off x="4459959" y="1572451"/>
            <a:ext cx="3272080" cy="35242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/>
              <a:t>Affichage et modification</a:t>
            </a:r>
            <a:endParaRPr lang="fr-CH" dirty="0"/>
          </a:p>
        </p:txBody>
      </p:sp>
      <p:pic>
        <p:nvPicPr>
          <p:cNvPr id="11" name="Image 10" descr="Une image contenant cercle, Graphique, symbole&#10;&#10;Description générée automatiquement">
            <a:extLst>
              <a:ext uri="{FF2B5EF4-FFF2-40B4-BE49-F238E27FC236}">
                <a16:creationId xmlns:a16="http://schemas.microsoft.com/office/drawing/2014/main" id="{5AC1396C-72B9-BBCD-880F-B6AC5ECB34D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82199" y="5825798"/>
            <a:ext cx="957600" cy="957600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BDB2B67E-16A8-C536-6511-A7E06CABA77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40101" y="1879798"/>
            <a:ext cx="9468719" cy="351497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5" name="Image 14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F1C44FAE-B662-EB7B-758E-A33A689B2454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21" name="Image 20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B2412998-A4D5-6B79-14B9-0A7BEE5D668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9598" y="220938"/>
            <a:ext cx="281506" cy="281506"/>
          </a:xfrm>
          <a:prstGeom prst="rect">
            <a:avLst/>
          </a:prstGeom>
        </p:spPr>
      </p:pic>
      <p:pic>
        <p:nvPicPr>
          <p:cNvPr id="3" name="Image 2" descr="Une image contenant ligne, symbole, art&#10;&#10;Description générée automatiquement">
            <a:extLst>
              <a:ext uri="{FF2B5EF4-FFF2-40B4-BE49-F238E27FC236}">
                <a16:creationId xmlns:a16="http://schemas.microsoft.com/office/drawing/2014/main" id="{8100F00E-7968-8BBC-9348-6C10E186407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2546" y="0"/>
            <a:ext cx="2689454" cy="5400000"/>
          </a:xfrm>
          <a:prstGeom prst="rect">
            <a:avLst/>
          </a:prstGeom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1468A6EB-9328-467A-57ED-3DE3694A0589}"/>
              </a:ext>
            </a:extLst>
          </p:cNvPr>
          <p:cNvPicPr>
            <a:picLocks noChangeAspect="1"/>
          </p:cNvPicPr>
          <p:nvPr/>
        </p:nvPicPr>
        <p:blipFill rotWithShape="1">
          <a:blip r:embed="rId8"/>
          <a:srcRect r="13954"/>
          <a:stretch/>
        </p:blipFill>
        <p:spPr>
          <a:xfrm>
            <a:off x="2315247" y="7635307"/>
            <a:ext cx="1934498" cy="3057952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13279CE6-DD6A-3252-DB81-34A4E79EF798}"/>
              </a:ext>
            </a:extLst>
          </p:cNvPr>
          <p:cNvPicPr>
            <a:picLocks noChangeAspect="1"/>
          </p:cNvPicPr>
          <p:nvPr/>
        </p:nvPicPr>
        <p:blipFill rotWithShape="1">
          <a:blip r:embed="rId9"/>
          <a:srcRect r="14599"/>
          <a:stretch/>
        </p:blipFill>
        <p:spPr>
          <a:xfrm>
            <a:off x="7030903" y="7563859"/>
            <a:ext cx="1846780" cy="3200847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1B8AC5C1-709E-1A8F-70BD-4399C2A91377}"/>
              </a:ext>
            </a:extLst>
          </p:cNvPr>
          <p:cNvPicPr>
            <a:picLocks noChangeAspect="1"/>
          </p:cNvPicPr>
          <p:nvPr/>
        </p:nvPicPr>
        <p:blipFill rotWithShape="1">
          <a:blip r:embed="rId10"/>
          <a:srcRect r="25873"/>
          <a:stretch/>
        </p:blipFill>
        <p:spPr>
          <a:xfrm>
            <a:off x="415196" y="7687701"/>
            <a:ext cx="1723022" cy="2953162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73665F5E-26E2-B93F-6909-94CD7AB82D46}"/>
              </a:ext>
            </a:extLst>
          </p:cNvPr>
          <p:cNvPicPr>
            <a:picLocks noChangeAspect="1"/>
          </p:cNvPicPr>
          <p:nvPr/>
        </p:nvPicPr>
        <p:blipFill rotWithShape="1">
          <a:blip r:embed="rId11"/>
          <a:srcRect r="5874"/>
          <a:stretch/>
        </p:blipFill>
        <p:spPr>
          <a:xfrm>
            <a:off x="4579109" y="7216151"/>
            <a:ext cx="2232722" cy="3896269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1442F89C-8DD5-F7A1-17F2-8794DC1BC03E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037056" y="8021125"/>
            <a:ext cx="1819529" cy="22863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58321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Image 18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B240EE40-55FD-273A-B727-2ACD9490649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9485"/>
          <a:stretch/>
        </p:blipFill>
        <p:spPr>
          <a:xfrm>
            <a:off x="0" y="5349875"/>
            <a:ext cx="3807822" cy="1513476"/>
          </a:xfrm>
          <a:prstGeom prst="rect">
            <a:avLst/>
          </a:prstGeom>
        </p:spPr>
      </p:pic>
      <p:sp>
        <p:nvSpPr>
          <p:cNvPr id="20" name="Titre 1">
            <a:extLst>
              <a:ext uri="{FF2B5EF4-FFF2-40B4-BE49-F238E27FC236}">
                <a16:creationId xmlns:a16="http://schemas.microsoft.com/office/drawing/2014/main" id="{21EDAC0E-1F28-A5CB-6BF6-007CF31D37EF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FONCTIONEMENT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063DE3A-EE86-C16F-8848-F0C8AE2E32CA}"/>
              </a:ext>
            </a:extLst>
          </p:cNvPr>
          <p:cNvSpPr/>
          <p:nvPr/>
        </p:nvSpPr>
        <p:spPr>
          <a:xfrm>
            <a:off x="3334544" y="1504949"/>
            <a:ext cx="5522912" cy="5424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" name="Sous-titre 2">
            <a:extLst>
              <a:ext uri="{FF2B5EF4-FFF2-40B4-BE49-F238E27FC236}">
                <a16:creationId xmlns:a16="http://schemas.microsoft.com/office/drawing/2014/main" id="{22DF18F2-4C48-BDED-F61F-F3341EAE9752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sp>
        <p:nvSpPr>
          <p:cNvPr id="8" name="Sous-titre 2">
            <a:extLst>
              <a:ext uri="{FF2B5EF4-FFF2-40B4-BE49-F238E27FC236}">
                <a16:creationId xmlns:a16="http://schemas.microsoft.com/office/drawing/2014/main" id="{52D85A06-45C0-C2D7-D328-39633AE37922}"/>
              </a:ext>
            </a:extLst>
          </p:cNvPr>
          <p:cNvSpPr txBox="1">
            <a:spLocks/>
          </p:cNvSpPr>
          <p:nvPr/>
        </p:nvSpPr>
        <p:spPr>
          <a:xfrm>
            <a:off x="4459959" y="1572451"/>
            <a:ext cx="3272080" cy="35242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/>
              <a:t>Affichage et modification</a:t>
            </a:r>
            <a:endParaRPr lang="fr-CH" dirty="0"/>
          </a:p>
        </p:txBody>
      </p:sp>
      <p:pic>
        <p:nvPicPr>
          <p:cNvPr id="11" name="Image 10" descr="Une image contenant cercle, Graphique, symbole&#10;&#10;Description générée automatiquement">
            <a:extLst>
              <a:ext uri="{FF2B5EF4-FFF2-40B4-BE49-F238E27FC236}">
                <a16:creationId xmlns:a16="http://schemas.microsoft.com/office/drawing/2014/main" id="{5AC1396C-72B9-BBCD-880F-B6AC5ECB34D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82199" y="5825798"/>
            <a:ext cx="957600" cy="957600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BDB2B67E-16A8-C536-6511-A7E06CABA77A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40101" y="1879798"/>
            <a:ext cx="9468719" cy="351497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3" name="Image 12">
            <a:extLst>
              <a:ext uri="{FF2B5EF4-FFF2-40B4-BE49-F238E27FC236}">
                <a16:creationId xmlns:a16="http://schemas.microsoft.com/office/drawing/2014/main" id="{375D9337-1DEA-2824-8BBB-53FA563953E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517" r="1236" b="64734"/>
          <a:stretch/>
        </p:blipFill>
        <p:spPr>
          <a:xfrm>
            <a:off x="1240101" y="2710672"/>
            <a:ext cx="9351699" cy="412985"/>
          </a:xfrm>
          <a:prstGeom prst="rect">
            <a:avLst/>
          </a:prstGeom>
          <a:ln>
            <a:noFill/>
          </a:ln>
        </p:spPr>
      </p:pic>
      <p:pic>
        <p:nvPicPr>
          <p:cNvPr id="7" name="Image 6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654C6D83-944B-C4A5-F2DC-1A452E4BC641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14" name="Image 13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B34119EF-CAE4-F524-B684-2A746E48698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9598" y="220938"/>
            <a:ext cx="281506" cy="281506"/>
          </a:xfrm>
          <a:prstGeom prst="rect">
            <a:avLst/>
          </a:prstGeom>
        </p:spPr>
      </p:pic>
      <p:pic>
        <p:nvPicPr>
          <p:cNvPr id="3" name="Image 2" descr="Une image contenant ligne, symbole, art&#10;&#10;Description générée automatiquement">
            <a:extLst>
              <a:ext uri="{FF2B5EF4-FFF2-40B4-BE49-F238E27FC236}">
                <a16:creationId xmlns:a16="http://schemas.microsoft.com/office/drawing/2014/main" id="{5CC5C119-C4C4-DCCF-63AF-B47C1581F6F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2546" y="0"/>
            <a:ext cx="2689454" cy="54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63277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 9" descr="Une image contenant texte, capture d’écran, Police, ligne&#10;&#10;Description générée automatiquement">
            <a:extLst>
              <a:ext uri="{FF2B5EF4-FFF2-40B4-BE49-F238E27FC236}">
                <a16:creationId xmlns:a16="http://schemas.microsoft.com/office/drawing/2014/main" id="{3F3690AF-B0BA-0F55-EA22-629042816B2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1014"/>
          <a:stretch/>
        </p:blipFill>
        <p:spPr>
          <a:xfrm>
            <a:off x="3142162" y="2512315"/>
            <a:ext cx="5907673" cy="393544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9" name="Image 18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B240EE40-55FD-273A-B727-2ACD9490649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9485"/>
          <a:stretch/>
        </p:blipFill>
        <p:spPr>
          <a:xfrm>
            <a:off x="0" y="5349875"/>
            <a:ext cx="3807822" cy="1513476"/>
          </a:xfrm>
          <a:prstGeom prst="rect">
            <a:avLst/>
          </a:prstGeom>
        </p:spPr>
      </p:pic>
      <p:sp>
        <p:nvSpPr>
          <p:cNvPr id="20" name="Titre 1">
            <a:extLst>
              <a:ext uri="{FF2B5EF4-FFF2-40B4-BE49-F238E27FC236}">
                <a16:creationId xmlns:a16="http://schemas.microsoft.com/office/drawing/2014/main" id="{21EDAC0E-1F28-A5CB-6BF6-007CF31D37EF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FONCTIONEMENT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063DE3A-EE86-C16F-8848-F0C8AE2E32CA}"/>
              </a:ext>
            </a:extLst>
          </p:cNvPr>
          <p:cNvSpPr/>
          <p:nvPr/>
        </p:nvSpPr>
        <p:spPr>
          <a:xfrm>
            <a:off x="3334544" y="1504949"/>
            <a:ext cx="5522912" cy="5424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" name="Sous-titre 2">
            <a:extLst>
              <a:ext uri="{FF2B5EF4-FFF2-40B4-BE49-F238E27FC236}">
                <a16:creationId xmlns:a16="http://schemas.microsoft.com/office/drawing/2014/main" id="{22DF18F2-4C48-BDED-F61F-F3341EAE9752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sp>
        <p:nvSpPr>
          <p:cNvPr id="8" name="Sous-titre 2">
            <a:extLst>
              <a:ext uri="{FF2B5EF4-FFF2-40B4-BE49-F238E27FC236}">
                <a16:creationId xmlns:a16="http://schemas.microsoft.com/office/drawing/2014/main" id="{52D85A06-45C0-C2D7-D328-39633AE37922}"/>
              </a:ext>
            </a:extLst>
          </p:cNvPr>
          <p:cNvSpPr txBox="1">
            <a:spLocks/>
          </p:cNvSpPr>
          <p:nvPr/>
        </p:nvSpPr>
        <p:spPr>
          <a:xfrm>
            <a:off x="4459959" y="1572451"/>
            <a:ext cx="3272080" cy="35242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/>
              <a:t>Affichage et modification</a:t>
            </a:r>
            <a:endParaRPr lang="fr-CH" dirty="0"/>
          </a:p>
        </p:txBody>
      </p:sp>
      <p:pic>
        <p:nvPicPr>
          <p:cNvPr id="11" name="Image 10" descr="Une image contenant cercle, Graphique, symbole&#10;&#10;Description générée automatiquement">
            <a:extLst>
              <a:ext uri="{FF2B5EF4-FFF2-40B4-BE49-F238E27FC236}">
                <a16:creationId xmlns:a16="http://schemas.microsoft.com/office/drawing/2014/main" id="{5AC1396C-72B9-BBCD-880F-B6AC5ECB34D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82199" y="5825798"/>
            <a:ext cx="957600" cy="957600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7B33106E-14C6-B078-4B67-34B28F53C923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517" r="1236" b="64734"/>
          <a:stretch/>
        </p:blipFill>
        <p:spPr>
          <a:xfrm>
            <a:off x="1420148" y="1885383"/>
            <a:ext cx="9351699" cy="412985"/>
          </a:xfrm>
          <a:prstGeom prst="rect">
            <a:avLst/>
          </a:prstGeom>
          <a:ln>
            <a:noFill/>
          </a:ln>
        </p:spPr>
      </p:pic>
      <p:pic>
        <p:nvPicPr>
          <p:cNvPr id="21" name="Image 20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89A7BEE2-A79C-F16D-C5EB-CC87E91BBDAE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24" name="Image 23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22D31CAE-84F3-23AE-0927-A511BEB2914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9598" y="220938"/>
            <a:ext cx="281506" cy="281506"/>
          </a:xfrm>
          <a:prstGeom prst="rect">
            <a:avLst/>
          </a:prstGeom>
        </p:spPr>
      </p:pic>
      <p:pic>
        <p:nvPicPr>
          <p:cNvPr id="3" name="Image 2" descr="Une image contenant ligne, symbole, art&#10;&#10;Description générée automatiquement">
            <a:extLst>
              <a:ext uri="{FF2B5EF4-FFF2-40B4-BE49-F238E27FC236}">
                <a16:creationId xmlns:a16="http://schemas.microsoft.com/office/drawing/2014/main" id="{EF030753-DC71-6836-CE0D-7E2E0CAEE7E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2546" y="0"/>
            <a:ext cx="2689454" cy="5400000"/>
          </a:xfrm>
          <a:prstGeom prst="rect">
            <a:avLst/>
          </a:prstGeom>
        </p:spPr>
      </p:pic>
      <p:pic>
        <p:nvPicPr>
          <p:cNvPr id="4" name="Image 3" descr="Une image contenant Police, capture d’écran, Graphique, logo&#10;&#10;Description générée automatiquement">
            <a:extLst>
              <a:ext uri="{FF2B5EF4-FFF2-40B4-BE49-F238E27FC236}">
                <a16:creationId xmlns:a16="http://schemas.microsoft.com/office/drawing/2014/main" id="{4C094853-09E8-D7B7-8040-F96049C7F11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9227" y="3047174"/>
            <a:ext cx="1481806" cy="1481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55940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 descr="Une image contenant texte, capture d’écran, Police, ligne&#10;&#10;Description générée automatiquement">
            <a:extLst>
              <a:ext uri="{FF2B5EF4-FFF2-40B4-BE49-F238E27FC236}">
                <a16:creationId xmlns:a16="http://schemas.microsoft.com/office/drawing/2014/main" id="{292EE813-A883-8450-292B-A8D5234115A5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1014"/>
          <a:stretch/>
        </p:blipFill>
        <p:spPr>
          <a:xfrm>
            <a:off x="3142162" y="2512315"/>
            <a:ext cx="5907673" cy="393544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9" name="Image 18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B240EE40-55FD-273A-B727-2ACD9490649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9485"/>
          <a:stretch/>
        </p:blipFill>
        <p:spPr>
          <a:xfrm>
            <a:off x="0" y="5349875"/>
            <a:ext cx="3807822" cy="1513476"/>
          </a:xfrm>
          <a:prstGeom prst="rect">
            <a:avLst/>
          </a:prstGeom>
        </p:spPr>
      </p:pic>
      <p:sp>
        <p:nvSpPr>
          <p:cNvPr id="20" name="Titre 1">
            <a:extLst>
              <a:ext uri="{FF2B5EF4-FFF2-40B4-BE49-F238E27FC236}">
                <a16:creationId xmlns:a16="http://schemas.microsoft.com/office/drawing/2014/main" id="{21EDAC0E-1F28-A5CB-6BF6-007CF31D37EF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FONCTIONEMENT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063DE3A-EE86-C16F-8848-F0C8AE2E32CA}"/>
              </a:ext>
            </a:extLst>
          </p:cNvPr>
          <p:cNvSpPr/>
          <p:nvPr/>
        </p:nvSpPr>
        <p:spPr>
          <a:xfrm>
            <a:off x="3334544" y="1504949"/>
            <a:ext cx="5522912" cy="5424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" name="Sous-titre 2">
            <a:extLst>
              <a:ext uri="{FF2B5EF4-FFF2-40B4-BE49-F238E27FC236}">
                <a16:creationId xmlns:a16="http://schemas.microsoft.com/office/drawing/2014/main" id="{22DF18F2-4C48-BDED-F61F-F3341EAE9752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sp>
        <p:nvSpPr>
          <p:cNvPr id="8" name="Sous-titre 2">
            <a:extLst>
              <a:ext uri="{FF2B5EF4-FFF2-40B4-BE49-F238E27FC236}">
                <a16:creationId xmlns:a16="http://schemas.microsoft.com/office/drawing/2014/main" id="{52D85A06-45C0-C2D7-D328-39633AE37922}"/>
              </a:ext>
            </a:extLst>
          </p:cNvPr>
          <p:cNvSpPr txBox="1">
            <a:spLocks/>
          </p:cNvSpPr>
          <p:nvPr/>
        </p:nvSpPr>
        <p:spPr>
          <a:xfrm>
            <a:off x="4459959" y="1572451"/>
            <a:ext cx="3272080" cy="35242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/>
              <a:t>Affichage et modification</a:t>
            </a:r>
            <a:endParaRPr lang="fr-CH" dirty="0"/>
          </a:p>
        </p:txBody>
      </p:sp>
      <p:pic>
        <p:nvPicPr>
          <p:cNvPr id="11" name="Image 10" descr="Une image contenant cercle, Graphique, symbole&#10;&#10;Description générée automatiquement">
            <a:extLst>
              <a:ext uri="{FF2B5EF4-FFF2-40B4-BE49-F238E27FC236}">
                <a16:creationId xmlns:a16="http://schemas.microsoft.com/office/drawing/2014/main" id="{5AC1396C-72B9-BBCD-880F-B6AC5ECB34D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82199" y="5825798"/>
            <a:ext cx="957600" cy="957600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7B33106E-14C6-B078-4B67-34B28F53C923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517" r="1236" b="64734"/>
          <a:stretch/>
        </p:blipFill>
        <p:spPr>
          <a:xfrm>
            <a:off x="1420148" y="1883002"/>
            <a:ext cx="9351699" cy="412985"/>
          </a:xfrm>
          <a:prstGeom prst="rect">
            <a:avLst/>
          </a:prstGeom>
          <a:ln>
            <a:noFill/>
          </a:ln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216E25EC-F0C5-B83A-B255-1FFB44B60C63}"/>
              </a:ext>
            </a:extLst>
          </p:cNvPr>
          <p:cNvSpPr/>
          <p:nvPr/>
        </p:nvSpPr>
        <p:spPr>
          <a:xfrm>
            <a:off x="3590925" y="2964290"/>
            <a:ext cx="5458910" cy="285750"/>
          </a:xfrm>
          <a:prstGeom prst="rect">
            <a:avLst/>
          </a:prstGeom>
          <a:solidFill>
            <a:srgbClr val="FF8324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pic>
        <p:nvPicPr>
          <p:cNvPr id="16" name="Image 15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CB5BFAEC-E865-5D51-0CB9-A87109BB00E3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23" name="Image 22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6A214D05-C608-4B92-B2B5-21463204E33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9598" y="220938"/>
            <a:ext cx="281506" cy="281506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10831824-BECD-298F-083D-23C94D59E9EC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t="23517" r="75667" b="64734"/>
          <a:stretch/>
        </p:blipFill>
        <p:spPr>
          <a:xfrm>
            <a:off x="1420149" y="1884268"/>
            <a:ext cx="2304126" cy="412985"/>
          </a:xfrm>
          <a:prstGeom prst="rect">
            <a:avLst/>
          </a:prstGeom>
          <a:ln>
            <a:noFill/>
          </a:ln>
        </p:spPr>
      </p:pic>
      <p:pic>
        <p:nvPicPr>
          <p:cNvPr id="10" name="Image 9" descr="Une image contenant ligne, symbole, art&#10;&#10;Description générée automatiquement">
            <a:extLst>
              <a:ext uri="{FF2B5EF4-FFF2-40B4-BE49-F238E27FC236}">
                <a16:creationId xmlns:a16="http://schemas.microsoft.com/office/drawing/2014/main" id="{85E888FD-C401-4DC4-A2BD-A6B164442B0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2546" y="0"/>
            <a:ext cx="2689454" cy="5400000"/>
          </a:xfrm>
          <a:prstGeom prst="rect">
            <a:avLst/>
          </a:prstGeom>
        </p:spPr>
      </p:pic>
      <p:pic>
        <p:nvPicPr>
          <p:cNvPr id="12" name="Image 11" descr="Une image contenant Police, capture d’écran, Graphique, logo&#10;&#10;Description générée automatiquement">
            <a:extLst>
              <a:ext uri="{FF2B5EF4-FFF2-40B4-BE49-F238E27FC236}">
                <a16:creationId xmlns:a16="http://schemas.microsoft.com/office/drawing/2014/main" id="{1002630A-4407-96E9-CBB6-445E03A1682E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9227" y="3047174"/>
            <a:ext cx="1481806" cy="1481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08980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 descr="Une image contenant texte, capture d’écran, Police, ligne&#10;&#10;Description générée automatiquement">
            <a:extLst>
              <a:ext uri="{FF2B5EF4-FFF2-40B4-BE49-F238E27FC236}">
                <a16:creationId xmlns:a16="http://schemas.microsoft.com/office/drawing/2014/main" id="{8B6E66F8-436C-6452-0B7F-85B8574A42DB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1014"/>
          <a:stretch/>
        </p:blipFill>
        <p:spPr>
          <a:xfrm>
            <a:off x="3142162" y="2512315"/>
            <a:ext cx="5907673" cy="393544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9" name="Image 18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B240EE40-55FD-273A-B727-2ACD9490649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9485"/>
          <a:stretch/>
        </p:blipFill>
        <p:spPr>
          <a:xfrm>
            <a:off x="0" y="5349875"/>
            <a:ext cx="3807822" cy="1513476"/>
          </a:xfrm>
          <a:prstGeom prst="rect">
            <a:avLst/>
          </a:prstGeom>
        </p:spPr>
      </p:pic>
      <p:sp>
        <p:nvSpPr>
          <p:cNvPr id="20" name="Titre 1">
            <a:extLst>
              <a:ext uri="{FF2B5EF4-FFF2-40B4-BE49-F238E27FC236}">
                <a16:creationId xmlns:a16="http://schemas.microsoft.com/office/drawing/2014/main" id="{21EDAC0E-1F28-A5CB-6BF6-007CF31D37EF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FONCTIONEMENT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063DE3A-EE86-C16F-8848-F0C8AE2E32CA}"/>
              </a:ext>
            </a:extLst>
          </p:cNvPr>
          <p:cNvSpPr/>
          <p:nvPr/>
        </p:nvSpPr>
        <p:spPr>
          <a:xfrm>
            <a:off x="3334544" y="1504949"/>
            <a:ext cx="5522912" cy="5424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" name="Sous-titre 2">
            <a:extLst>
              <a:ext uri="{FF2B5EF4-FFF2-40B4-BE49-F238E27FC236}">
                <a16:creationId xmlns:a16="http://schemas.microsoft.com/office/drawing/2014/main" id="{22DF18F2-4C48-BDED-F61F-F3341EAE9752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sp>
        <p:nvSpPr>
          <p:cNvPr id="8" name="Sous-titre 2">
            <a:extLst>
              <a:ext uri="{FF2B5EF4-FFF2-40B4-BE49-F238E27FC236}">
                <a16:creationId xmlns:a16="http://schemas.microsoft.com/office/drawing/2014/main" id="{52D85A06-45C0-C2D7-D328-39633AE37922}"/>
              </a:ext>
            </a:extLst>
          </p:cNvPr>
          <p:cNvSpPr txBox="1">
            <a:spLocks/>
          </p:cNvSpPr>
          <p:nvPr/>
        </p:nvSpPr>
        <p:spPr>
          <a:xfrm>
            <a:off x="4459959" y="1572451"/>
            <a:ext cx="3272080" cy="35242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/>
              <a:t>Affichage et modification</a:t>
            </a:r>
            <a:endParaRPr lang="fr-CH" dirty="0"/>
          </a:p>
        </p:txBody>
      </p:sp>
      <p:pic>
        <p:nvPicPr>
          <p:cNvPr id="11" name="Image 10" descr="Une image contenant cercle, Graphique, symbole&#10;&#10;Description générée automatiquement">
            <a:extLst>
              <a:ext uri="{FF2B5EF4-FFF2-40B4-BE49-F238E27FC236}">
                <a16:creationId xmlns:a16="http://schemas.microsoft.com/office/drawing/2014/main" id="{5AC1396C-72B9-BBCD-880F-B6AC5ECB34D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82199" y="5825798"/>
            <a:ext cx="957600" cy="95760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21A2C502-DDB3-D706-49B8-6A7676FB2DEC}"/>
              </a:ext>
            </a:extLst>
          </p:cNvPr>
          <p:cNvSpPr/>
          <p:nvPr/>
        </p:nvSpPr>
        <p:spPr>
          <a:xfrm>
            <a:off x="3590926" y="3195693"/>
            <a:ext cx="1734109" cy="285750"/>
          </a:xfrm>
          <a:prstGeom prst="rect">
            <a:avLst/>
          </a:prstGeom>
          <a:solidFill>
            <a:srgbClr val="FF8324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D459E0CE-C67C-D6EF-7311-396DAC0F7008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772" t="23483" r="30231" b="64734"/>
          <a:stretch/>
        </p:blipFill>
        <p:spPr>
          <a:xfrm>
            <a:off x="3760935" y="1885531"/>
            <a:ext cx="4260702" cy="414167"/>
          </a:xfrm>
          <a:prstGeom prst="rect">
            <a:avLst/>
          </a:prstGeom>
          <a:ln>
            <a:noFill/>
          </a:ln>
        </p:spPr>
      </p:pic>
      <p:pic>
        <p:nvPicPr>
          <p:cNvPr id="16" name="Image 15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F818A325-248A-F55C-80E5-1826C2A5FFF0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23" name="Image 22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8B9F43DB-DEC0-D3CD-C24F-C4C0AE4364B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9598" y="220938"/>
            <a:ext cx="281506" cy="281506"/>
          </a:xfrm>
          <a:prstGeom prst="rect">
            <a:avLst/>
          </a:prstGeom>
        </p:spPr>
      </p:pic>
      <p:pic>
        <p:nvPicPr>
          <p:cNvPr id="5" name="Image 4" descr="Une image contenant ligne, symbole, art&#10;&#10;Description générée automatiquement">
            <a:extLst>
              <a:ext uri="{FF2B5EF4-FFF2-40B4-BE49-F238E27FC236}">
                <a16:creationId xmlns:a16="http://schemas.microsoft.com/office/drawing/2014/main" id="{8C37ECB7-1767-BA3C-C873-8C31F97FED1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2546" y="0"/>
            <a:ext cx="2689454" cy="5400000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BF7E11EA-2113-6022-3E18-22ED9144DA42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517" r="1236" b="64734"/>
          <a:stretch/>
        </p:blipFill>
        <p:spPr>
          <a:xfrm>
            <a:off x="1420148" y="1883002"/>
            <a:ext cx="9351699" cy="412985"/>
          </a:xfrm>
          <a:prstGeom prst="rect">
            <a:avLst/>
          </a:prstGeom>
          <a:ln>
            <a:noFill/>
          </a:ln>
        </p:spPr>
      </p:pic>
      <p:pic>
        <p:nvPicPr>
          <p:cNvPr id="15" name="Image 14" descr="Une image contenant Police, capture d’écran, Graphique, logo&#10;&#10;Description générée automatiquement">
            <a:extLst>
              <a:ext uri="{FF2B5EF4-FFF2-40B4-BE49-F238E27FC236}">
                <a16:creationId xmlns:a16="http://schemas.microsoft.com/office/drawing/2014/main" id="{7EBBF479-338C-5006-1409-1320ECEB4BF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9227" y="3047174"/>
            <a:ext cx="1481806" cy="1481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134409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 descr="Une image contenant texte, capture d’écran, Police, ligne&#10;&#10;Description générée automatiquement">
            <a:extLst>
              <a:ext uri="{FF2B5EF4-FFF2-40B4-BE49-F238E27FC236}">
                <a16:creationId xmlns:a16="http://schemas.microsoft.com/office/drawing/2014/main" id="{42A2819A-93BB-6A99-EDDD-272257AA5295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1014"/>
          <a:stretch/>
        </p:blipFill>
        <p:spPr>
          <a:xfrm>
            <a:off x="3142162" y="2512315"/>
            <a:ext cx="5907673" cy="393544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Image 5" descr="Une image contenant ligne, symbole, art&#10;&#10;Description générée automatiquement">
            <a:extLst>
              <a:ext uri="{FF2B5EF4-FFF2-40B4-BE49-F238E27FC236}">
                <a16:creationId xmlns:a16="http://schemas.microsoft.com/office/drawing/2014/main" id="{C5DA33E7-9144-00E5-4784-05E26F918B7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2546" y="0"/>
            <a:ext cx="2689454" cy="5400000"/>
          </a:xfrm>
          <a:prstGeom prst="rect">
            <a:avLst/>
          </a:prstGeom>
        </p:spPr>
      </p:pic>
      <p:pic>
        <p:nvPicPr>
          <p:cNvPr id="19" name="Image 18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B240EE40-55FD-273A-B727-2ACD9490649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9485"/>
          <a:stretch/>
        </p:blipFill>
        <p:spPr>
          <a:xfrm>
            <a:off x="0" y="5349875"/>
            <a:ext cx="3807822" cy="1513476"/>
          </a:xfrm>
          <a:prstGeom prst="rect">
            <a:avLst/>
          </a:prstGeom>
        </p:spPr>
      </p:pic>
      <p:sp>
        <p:nvSpPr>
          <p:cNvPr id="20" name="Titre 1">
            <a:extLst>
              <a:ext uri="{FF2B5EF4-FFF2-40B4-BE49-F238E27FC236}">
                <a16:creationId xmlns:a16="http://schemas.microsoft.com/office/drawing/2014/main" id="{21EDAC0E-1F28-A5CB-6BF6-007CF31D37EF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FONCTIONEMENT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063DE3A-EE86-C16F-8848-F0C8AE2E32CA}"/>
              </a:ext>
            </a:extLst>
          </p:cNvPr>
          <p:cNvSpPr/>
          <p:nvPr/>
        </p:nvSpPr>
        <p:spPr>
          <a:xfrm>
            <a:off x="3334544" y="1504949"/>
            <a:ext cx="5522912" cy="5424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" name="Sous-titre 2">
            <a:extLst>
              <a:ext uri="{FF2B5EF4-FFF2-40B4-BE49-F238E27FC236}">
                <a16:creationId xmlns:a16="http://schemas.microsoft.com/office/drawing/2014/main" id="{22DF18F2-4C48-BDED-F61F-F3341EAE9752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sp>
        <p:nvSpPr>
          <p:cNvPr id="8" name="Sous-titre 2">
            <a:extLst>
              <a:ext uri="{FF2B5EF4-FFF2-40B4-BE49-F238E27FC236}">
                <a16:creationId xmlns:a16="http://schemas.microsoft.com/office/drawing/2014/main" id="{52D85A06-45C0-C2D7-D328-39633AE37922}"/>
              </a:ext>
            </a:extLst>
          </p:cNvPr>
          <p:cNvSpPr txBox="1">
            <a:spLocks/>
          </p:cNvSpPr>
          <p:nvPr/>
        </p:nvSpPr>
        <p:spPr>
          <a:xfrm>
            <a:off x="4459959" y="1572451"/>
            <a:ext cx="3272080" cy="35242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/>
              <a:t>Affichage et modification</a:t>
            </a:r>
            <a:endParaRPr lang="fr-CH" dirty="0"/>
          </a:p>
        </p:txBody>
      </p:sp>
      <p:pic>
        <p:nvPicPr>
          <p:cNvPr id="11" name="Image 10" descr="Une image contenant cercle, Graphique, symbole&#10;&#10;Description générée automatiquement">
            <a:extLst>
              <a:ext uri="{FF2B5EF4-FFF2-40B4-BE49-F238E27FC236}">
                <a16:creationId xmlns:a16="http://schemas.microsoft.com/office/drawing/2014/main" id="{5AC1396C-72B9-BBCD-880F-B6AC5ECB34D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82199" y="5825798"/>
            <a:ext cx="957600" cy="95760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EECAC559-A9E4-FE12-0408-60386886A279}"/>
              </a:ext>
            </a:extLst>
          </p:cNvPr>
          <p:cNvSpPr/>
          <p:nvPr/>
        </p:nvSpPr>
        <p:spPr>
          <a:xfrm>
            <a:off x="3590926" y="3657426"/>
            <a:ext cx="2138672" cy="285750"/>
          </a:xfrm>
          <a:prstGeom prst="rect">
            <a:avLst/>
          </a:prstGeom>
          <a:solidFill>
            <a:srgbClr val="FF8324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pic>
        <p:nvPicPr>
          <p:cNvPr id="21" name="Image 20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0737B192-A90E-979C-07DD-D9E08B83A5D3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24" name="Image 23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0CC116ED-C00C-C0C6-C79D-2CB7CD57A44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9598" y="220938"/>
            <a:ext cx="281506" cy="281506"/>
          </a:xfrm>
          <a:prstGeom prst="rect">
            <a:avLst/>
          </a:prstGeom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0FB5C523-6157-24F2-C709-7647E86FC77D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517" r="1236" b="64734"/>
          <a:stretch/>
        </p:blipFill>
        <p:spPr>
          <a:xfrm>
            <a:off x="1420148" y="1883002"/>
            <a:ext cx="9351699" cy="412985"/>
          </a:xfrm>
          <a:prstGeom prst="rect">
            <a:avLst/>
          </a:prstGeom>
          <a:ln>
            <a:noFill/>
          </a:ln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1BA86D1E-59D7-A1FA-0BB0-3C7E01121CFF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9769" t="23517" r="7396" b="64734"/>
          <a:stretch/>
        </p:blipFill>
        <p:spPr>
          <a:xfrm>
            <a:off x="8026400" y="1881161"/>
            <a:ext cx="2162176" cy="412985"/>
          </a:xfrm>
          <a:prstGeom prst="rect">
            <a:avLst/>
          </a:prstGeom>
          <a:ln>
            <a:noFill/>
          </a:ln>
        </p:spPr>
      </p:pic>
      <p:pic>
        <p:nvPicPr>
          <p:cNvPr id="5" name="Image 4" descr="Une image contenant Police, capture d’écran, Graphique, logo&#10;&#10;Description générée automatiquement">
            <a:extLst>
              <a:ext uri="{FF2B5EF4-FFF2-40B4-BE49-F238E27FC236}">
                <a16:creationId xmlns:a16="http://schemas.microsoft.com/office/drawing/2014/main" id="{399C9F23-6D64-C25B-A1DB-C9E440A29858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9227" y="3047174"/>
            <a:ext cx="1481806" cy="1481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11244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 descr="Une image contenant texte, capture d’écran, Police, ligne&#10;&#10;Description générée automatiquement">
            <a:extLst>
              <a:ext uri="{FF2B5EF4-FFF2-40B4-BE49-F238E27FC236}">
                <a16:creationId xmlns:a16="http://schemas.microsoft.com/office/drawing/2014/main" id="{7564E0CF-A7EE-D893-BCA7-A8790F446815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1014"/>
          <a:stretch/>
        </p:blipFill>
        <p:spPr>
          <a:xfrm>
            <a:off x="3142162" y="2512315"/>
            <a:ext cx="5907673" cy="393544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Image 5" descr="Une image contenant ligne, symbole, art&#10;&#10;Description générée automatiquement">
            <a:extLst>
              <a:ext uri="{FF2B5EF4-FFF2-40B4-BE49-F238E27FC236}">
                <a16:creationId xmlns:a16="http://schemas.microsoft.com/office/drawing/2014/main" id="{C5DA33E7-9144-00E5-4784-05E26F918B7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2546" y="0"/>
            <a:ext cx="2689454" cy="5400000"/>
          </a:xfrm>
          <a:prstGeom prst="rect">
            <a:avLst/>
          </a:prstGeom>
        </p:spPr>
      </p:pic>
      <p:pic>
        <p:nvPicPr>
          <p:cNvPr id="19" name="Image 18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B240EE40-55FD-273A-B727-2ACD9490649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9485"/>
          <a:stretch/>
        </p:blipFill>
        <p:spPr>
          <a:xfrm>
            <a:off x="0" y="5349875"/>
            <a:ext cx="3807822" cy="1513476"/>
          </a:xfrm>
          <a:prstGeom prst="rect">
            <a:avLst/>
          </a:prstGeom>
        </p:spPr>
      </p:pic>
      <p:sp>
        <p:nvSpPr>
          <p:cNvPr id="20" name="Titre 1">
            <a:extLst>
              <a:ext uri="{FF2B5EF4-FFF2-40B4-BE49-F238E27FC236}">
                <a16:creationId xmlns:a16="http://schemas.microsoft.com/office/drawing/2014/main" id="{21EDAC0E-1F28-A5CB-6BF6-007CF31D37EF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FONCTIONEMENT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063DE3A-EE86-C16F-8848-F0C8AE2E32CA}"/>
              </a:ext>
            </a:extLst>
          </p:cNvPr>
          <p:cNvSpPr/>
          <p:nvPr/>
        </p:nvSpPr>
        <p:spPr>
          <a:xfrm>
            <a:off x="3334544" y="1504949"/>
            <a:ext cx="5522912" cy="5424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" name="Sous-titre 2">
            <a:extLst>
              <a:ext uri="{FF2B5EF4-FFF2-40B4-BE49-F238E27FC236}">
                <a16:creationId xmlns:a16="http://schemas.microsoft.com/office/drawing/2014/main" id="{22DF18F2-4C48-BDED-F61F-F3341EAE9752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sp>
        <p:nvSpPr>
          <p:cNvPr id="8" name="Sous-titre 2">
            <a:extLst>
              <a:ext uri="{FF2B5EF4-FFF2-40B4-BE49-F238E27FC236}">
                <a16:creationId xmlns:a16="http://schemas.microsoft.com/office/drawing/2014/main" id="{52D85A06-45C0-C2D7-D328-39633AE37922}"/>
              </a:ext>
            </a:extLst>
          </p:cNvPr>
          <p:cNvSpPr txBox="1">
            <a:spLocks/>
          </p:cNvSpPr>
          <p:nvPr/>
        </p:nvSpPr>
        <p:spPr>
          <a:xfrm>
            <a:off x="4459959" y="1572451"/>
            <a:ext cx="3272080" cy="35242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/>
              <a:t>Affichage et modification</a:t>
            </a:r>
            <a:endParaRPr lang="fr-CH" dirty="0"/>
          </a:p>
        </p:txBody>
      </p:sp>
      <p:pic>
        <p:nvPicPr>
          <p:cNvPr id="11" name="Image 10" descr="Une image contenant cercle, Graphique, symbole&#10;&#10;Description générée automatiquement">
            <a:extLst>
              <a:ext uri="{FF2B5EF4-FFF2-40B4-BE49-F238E27FC236}">
                <a16:creationId xmlns:a16="http://schemas.microsoft.com/office/drawing/2014/main" id="{5AC1396C-72B9-BBCD-880F-B6AC5ECB34D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82199" y="5825798"/>
            <a:ext cx="957600" cy="95760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ED5C3670-6606-C36E-4C11-D0F954B71FEB}"/>
              </a:ext>
            </a:extLst>
          </p:cNvPr>
          <p:cNvSpPr/>
          <p:nvPr/>
        </p:nvSpPr>
        <p:spPr>
          <a:xfrm>
            <a:off x="3590926" y="3889934"/>
            <a:ext cx="2809874" cy="285750"/>
          </a:xfrm>
          <a:prstGeom prst="rect">
            <a:avLst/>
          </a:prstGeom>
          <a:solidFill>
            <a:srgbClr val="FF8324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pic>
        <p:nvPicPr>
          <p:cNvPr id="16" name="Image 15" descr="Une image contenant Police, capture d’écran, Graphique, logo&#10;&#10;Description générée automatiquement">
            <a:extLst>
              <a:ext uri="{FF2B5EF4-FFF2-40B4-BE49-F238E27FC236}">
                <a16:creationId xmlns:a16="http://schemas.microsoft.com/office/drawing/2014/main" id="{1BF7FC0C-ECCB-7A40-4C95-1205FE9D4A6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9227" y="3047174"/>
            <a:ext cx="1481806" cy="1481806"/>
          </a:xfrm>
          <a:prstGeom prst="rect">
            <a:avLst/>
          </a:prstGeom>
        </p:spPr>
      </p:pic>
      <p:pic>
        <p:nvPicPr>
          <p:cNvPr id="21" name="Image 20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3293DD7E-D54D-C44A-055C-6FA8F1661EEC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24" name="Image 23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35DA93BE-848E-487E-5608-D95A9770CB5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9598" y="220938"/>
            <a:ext cx="281506" cy="281506"/>
          </a:xfrm>
          <a:prstGeom prst="rect">
            <a:avLst/>
          </a:prstGeom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8EFE6156-FD8B-35EC-33F6-4DB9C52037F9}"/>
              </a:ext>
            </a:extLst>
          </p:cNvPr>
          <p:cNvPicPr>
            <a:picLocks noChangeAspect="1"/>
          </p:cNvPicPr>
          <p:nvPr/>
        </p:nvPicPr>
        <p:blipFill rotWithShape="1">
          <a:blip r:embed="rId9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517" r="1236" b="64734"/>
          <a:stretch/>
        </p:blipFill>
        <p:spPr>
          <a:xfrm>
            <a:off x="1420148" y="1883002"/>
            <a:ext cx="9351699" cy="412985"/>
          </a:xfrm>
          <a:prstGeom prst="rect">
            <a:avLst/>
          </a:prstGeom>
          <a:ln>
            <a:noFill/>
          </a:ln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AFA5B444-8FEB-C848-1C17-434386389400}"/>
              </a:ext>
            </a:extLst>
          </p:cNvPr>
          <p:cNvPicPr>
            <a:picLocks noChangeAspect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2570" t="23517" r="3272" b="64734"/>
          <a:stretch/>
        </p:blipFill>
        <p:spPr>
          <a:xfrm>
            <a:off x="10185401" y="1884564"/>
            <a:ext cx="393700" cy="412985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5983858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 5" descr="Une image contenant ligne, symbole, art&#10;&#10;Description générée automatiquement">
            <a:extLst>
              <a:ext uri="{FF2B5EF4-FFF2-40B4-BE49-F238E27FC236}">
                <a16:creationId xmlns:a16="http://schemas.microsoft.com/office/drawing/2014/main" id="{C5DA33E7-9144-00E5-4784-05E26F918B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2546" y="0"/>
            <a:ext cx="2689454" cy="5400000"/>
          </a:xfrm>
          <a:prstGeom prst="rect">
            <a:avLst/>
          </a:prstGeom>
        </p:spPr>
      </p:pic>
      <p:pic>
        <p:nvPicPr>
          <p:cNvPr id="19" name="Image 18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B240EE40-55FD-273A-B727-2ACD9490649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9485"/>
          <a:stretch/>
        </p:blipFill>
        <p:spPr>
          <a:xfrm>
            <a:off x="0" y="5349875"/>
            <a:ext cx="3807822" cy="1513476"/>
          </a:xfrm>
          <a:prstGeom prst="rect">
            <a:avLst/>
          </a:prstGeom>
        </p:spPr>
      </p:pic>
      <p:sp>
        <p:nvSpPr>
          <p:cNvPr id="20" name="Titre 1">
            <a:extLst>
              <a:ext uri="{FF2B5EF4-FFF2-40B4-BE49-F238E27FC236}">
                <a16:creationId xmlns:a16="http://schemas.microsoft.com/office/drawing/2014/main" id="{21EDAC0E-1F28-A5CB-6BF6-007CF31D37EF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FONCTIONEMENT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063DE3A-EE86-C16F-8848-F0C8AE2E32CA}"/>
              </a:ext>
            </a:extLst>
          </p:cNvPr>
          <p:cNvSpPr/>
          <p:nvPr/>
        </p:nvSpPr>
        <p:spPr>
          <a:xfrm>
            <a:off x="3334544" y="1504949"/>
            <a:ext cx="5522912" cy="5424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" name="Sous-titre 2">
            <a:extLst>
              <a:ext uri="{FF2B5EF4-FFF2-40B4-BE49-F238E27FC236}">
                <a16:creationId xmlns:a16="http://schemas.microsoft.com/office/drawing/2014/main" id="{22DF18F2-4C48-BDED-F61F-F3341EAE9752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B69C246C-E7C0-A17D-A333-0D67DE579ADC}"/>
              </a:ext>
            </a:extLst>
          </p:cNvPr>
          <p:cNvSpPr txBox="1">
            <a:spLocks/>
          </p:cNvSpPr>
          <p:nvPr/>
        </p:nvSpPr>
        <p:spPr>
          <a:xfrm>
            <a:off x="3334544" y="1568721"/>
            <a:ext cx="5522912" cy="35242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/>
              <a:t>PDF</a:t>
            </a:r>
            <a:endParaRPr lang="fr-CH" dirty="0"/>
          </a:p>
        </p:txBody>
      </p:sp>
      <p:pic>
        <p:nvPicPr>
          <p:cNvPr id="4" name="Image 3" descr="Une image contenant Police, capture d’écran, Graphique, texte&#10;&#10;Description générée automatiquement">
            <a:extLst>
              <a:ext uri="{FF2B5EF4-FFF2-40B4-BE49-F238E27FC236}">
                <a16:creationId xmlns:a16="http://schemas.microsoft.com/office/drawing/2014/main" id="{4BBFB0B6-6335-E82F-E000-8A88BEB7591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82199" y="5825432"/>
            <a:ext cx="957600" cy="957600"/>
          </a:xfrm>
          <a:prstGeom prst="rect">
            <a:avLst/>
          </a:prstGeom>
        </p:spPr>
      </p:pic>
      <p:pic>
        <p:nvPicPr>
          <p:cNvPr id="5" name="Image 4" descr="Une image contenant Police, capture d’écran, Graphique, texte&#10;&#10;Description générée automatiquement">
            <a:extLst>
              <a:ext uri="{FF2B5EF4-FFF2-40B4-BE49-F238E27FC236}">
                <a16:creationId xmlns:a16="http://schemas.microsoft.com/office/drawing/2014/main" id="{6DCD688F-C55E-54DD-D73A-EC1CAF777EF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64296" y="4174672"/>
            <a:ext cx="2028743" cy="2028743"/>
          </a:xfrm>
          <a:prstGeom prst="rect">
            <a:avLst/>
          </a:prstGeom>
        </p:spPr>
      </p:pic>
      <p:sp>
        <p:nvSpPr>
          <p:cNvPr id="8" name="ZoneTexte 7">
            <a:extLst>
              <a:ext uri="{FF2B5EF4-FFF2-40B4-BE49-F238E27FC236}">
                <a16:creationId xmlns:a16="http://schemas.microsoft.com/office/drawing/2014/main" id="{7965BFFA-ADEE-36A7-FD6B-AFCD92C1340D}"/>
              </a:ext>
            </a:extLst>
          </p:cNvPr>
          <p:cNvSpPr txBox="1"/>
          <p:nvPr/>
        </p:nvSpPr>
        <p:spPr>
          <a:xfrm>
            <a:off x="0" y="5932773"/>
            <a:ext cx="80985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9600" dirty="0">
                <a:solidFill>
                  <a:srgbClr val="FF0000"/>
                </a:solidFill>
              </a:rPr>
              <a:t>*</a:t>
            </a:r>
          </a:p>
        </p:txBody>
      </p:sp>
      <p:pic>
        <p:nvPicPr>
          <p:cNvPr id="9" name="Image 8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A213D2D9-A873-6A8B-20BA-766C43FDCBED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11" name="Image 10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06B7E0BD-133E-426F-BD03-BAB5C726B0B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9598" y="220938"/>
            <a:ext cx="281506" cy="281506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485913A2-458C-22C5-93E3-2C1B0B6248ED}"/>
              </a:ext>
            </a:extLst>
          </p:cNvPr>
          <p:cNvSpPr/>
          <p:nvPr/>
        </p:nvSpPr>
        <p:spPr>
          <a:xfrm>
            <a:off x="8621633" y="220938"/>
            <a:ext cx="3302396" cy="1949291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dirty="0"/>
              <a:t>PDF</a:t>
            </a:r>
          </a:p>
        </p:txBody>
      </p:sp>
    </p:spTree>
    <p:extLst>
      <p:ext uri="{BB962C8B-B14F-4D97-AF65-F5344CB8AC3E}">
        <p14:creationId xmlns:p14="http://schemas.microsoft.com/office/powerpoint/2010/main" val="385159115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Image 14" descr="Une image contenant léger, art&#10;&#10;Description générée automatiquement avec une confiance moyenne">
            <a:extLst>
              <a:ext uri="{FF2B5EF4-FFF2-40B4-BE49-F238E27FC236}">
                <a16:creationId xmlns:a16="http://schemas.microsoft.com/office/drawing/2014/main" id="{3ADEC4B8-74A8-6906-9E01-B000B284C8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75" y="0"/>
            <a:ext cx="4902969" cy="6858000"/>
          </a:xfrm>
          <a:prstGeom prst="rect">
            <a:avLst/>
          </a:prstGeom>
        </p:spPr>
      </p:pic>
      <p:pic>
        <p:nvPicPr>
          <p:cNvPr id="18" name="Image 17" descr="Une image contenant capture d’écran, obscurité, noir, espace&#10;&#10;Description générée automatiquement">
            <a:extLst>
              <a:ext uri="{FF2B5EF4-FFF2-40B4-BE49-F238E27FC236}">
                <a16:creationId xmlns:a16="http://schemas.microsoft.com/office/drawing/2014/main" id="{76098BFA-D95F-59BA-D109-7303EC83E59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V="1">
            <a:off x="6968067" y="0"/>
            <a:ext cx="5249333" cy="6858000"/>
          </a:xfrm>
          <a:prstGeom prst="rect">
            <a:avLst/>
          </a:prstGeom>
        </p:spPr>
      </p:pic>
      <p:sp>
        <p:nvSpPr>
          <p:cNvPr id="16" name="Titre 1">
            <a:extLst>
              <a:ext uri="{FF2B5EF4-FFF2-40B4-BE49-F238E27FC236}">
                <a16:creationId xmlns:a16="http://schemas.microsoft.com/office/drawing/2014/main" id="{0C530001-B230-3D10-2F5F-9885472943F3}"/>
              </a:ext>
            </a:extLst>
          </p:cNvPr>
          <p:cNvSpPr txBox="1">
            <a:spLocks/>
          </p:cNvSpPr>
          <p:nvPr/>
        </p:nvSpPr>
        <p:spPr>
          <a:xfrm>
            <a:off x="1523999" y="2551970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ORGANISATION</a:t>
            </a:r>
          </a:p>
        </p:txBody>
      </p:sp>
      <p:sp>
        <p:nvSpPr>
          <p:cNvPr id="5" name="Sous-titre 2">
            <a:extLst>
              <a:ext uri="{FF2B5EF4-FFF2-40B4-BE49-F238E27FC236}">
                <a16:creationId xmlns:a16="http://schemas.microsoft.com/office/drawing/2014/main" id="{022DCA6C-3DD4-FC80-A8AA-5E3378FA52D1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FBF1F81-7AF2-989A-742F-26483CCDE3BD}"/>
              </a:ext>
            </a:extLst>
          </p:cNvPr>
          <p:cNvSpPr/>
          <p:nvPr/>
        </p:nvSpPr>
        <p:spPr>
          <a:xfrm>
            <a:off x="3749674" y="3713752"/>
            <a:ext cx="4759325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pic>
        <p:nvPicPr>
          <p:cNvPr id="6" name="Image 5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161956FE-1213-E939-978E-409BD269FED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8" name="Image 7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250F3280-01DA-B254-CB43-A29D3342064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0120" y="220938"/>
            <a:ext cx="281506" cy="281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58969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>
        <p159:morph option="byObject"/>
      </p:transition>
    </mc:Choice>
    <mc:Fallback xmlns="">
      <p:transition spd="slow" advClick="0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 9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CC8792B2-A450-DF45-FB9C-FA9491B5FF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92000" y="5344523"/>
            <a:ext cx="5400000" cy="1513477"/>
          </a:xfrm>
          <a:prstGeom prst="rect">
            <a:avLst/>
          </a:prstGeom>
        </p:spPr>
      </p:pic>
      <p:pic>
        <p:nvPicPr>
          <p:cNvPr id="15" name="Image 14" descr="Une image contenant ligne, symbole, art&#10;&#10;Description générée automatiquement">
            <a:extLst>
              <a:ext uri="{FF2B5EF4-FFF2-40B4-BE49-F238E27FC236}">
                <a16:creationId xmlns:a16="http://schemas.microsoft.com/office/drawing/2014/main" id="{D8DB17E5-462D-D7CA-B588-6A750EFFD6D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2689453" cy="5400000"/>
          </a:xfrm>
          <a:prstGeom prst="rect">
            <a:avLst/>
          </a:prstGeom>
        </p:spPr>
      </p:pic>
      <p:sp>
        <p:nvSpPr>
          <p:cNvPr id="23" name="Titre 1">
            <a:extLst>
              <a:ext uri="{FF2B5EF4-FFF2-40B4-BE49-F238E27FC236}">
                <a16:creationId xmlns:a16="http://schemas.microsoft.com/office/drawing/2014/main" id="{DF99ABDB-987A-DA66-64BD-0FF0233203F7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ORGANISATION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49CBA37B-237E-69D6-DFAE-B7FA7BF1776A}"/>
              </a:ext>
            </a:extLst>
          </p:cNvPr>
          <p:cNvSpPr/>
          <p:nvPr/>
        </p:nvSpPr>
        <p:spPr>
          <a:xfrm>
            <a:off x="3749674" y="1513477"/>
            <a:ext cx="4759325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37428858-27B6-1E2F-916F-61588F853375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grpSp>
        <p:nvGrpSpPr>
          <p:cNvPr id="9" name="Groupe 8">
            <a:extLst>
              <a:ext uri="{FF2B5EF4-FFF2-40B4-BE49-F238E27FC236}">
                <a16:creationId xmlns:a16="http://schemas.microsoft.com/office/drawing/2014/main" id="{082A4510-D074-5ECB-14B8-8C33BA136DDB}"/>
              </a:ext>
            </a:extLst>
          </p:cNvPr>
          <p:cNvGrpSpPr/>
          <p:nvPr/>
        </p:nvGrpSpPr>
        <p:grpSpPr>
          <a:xfrm>
            <a:off x="1729880" y="2571745"/>
            <a:ext cx="2141167" cy="2699260"/>
            <a:chOff x="1729880" y="2571745"/>
            <a:chExt cx="2141167" cy="2699260"/>
          </a:xfrm>
        </p:grpSpPr>
        <p:pic>
          <p:nvPicPr>
            <p:cNvPr id="27" name="Image 26" descr="Une image contenant orange, capture d’écran&#10;&#10;Description générée automatiquement">
              <a:extLst>
                <a:ext uri="{FF2B5EF4-FFF2-40B4-BE49-F238E27FC236}">
                  <a16:creationId xmlns:a16="http://schemas.microsoft.com/office/drawing/2014/main" id="{F58E1771-26B2-6A75-EB9B-555CE62999F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729880" y="2571745"/>
              <a:ext cx="2141167" cy="2141167"/>
            </a:xfrm>
            <a:prstGeom prst="rect">
              <a:avLst/>
            </a:prstGeom>
          </p:spPr>
        </p:pic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AADCAA24-7143-9488-3C4C-6FECFDA4B558}"/>
                </a:ext>
              </a:extLst>
            </p:cNvPr>
            <p:cNvSpPr txBox="1"/>
            <p:nvPr/>
          </p:nvSpPr>
          <p:spPr>
            <a:xfrm>
              <a:off x="1788978" y="4809340"/>
              <a:ext cx="202297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CH" sz="2400" dirty="0"/>
                <a:t>Chef de Projet</a:t>
              </a:r>
            </a:p>
          </p:txBody>
        </p:sp>
      </p:grpSp>
      <p:grpSp>
        <p:nvGrpSpPr>
          <p:cNvPr id="11" name="Groupe 10">
            <a:extLst>
              <a:ext uri="{FF2B5EF4-FFF2-40B4-BE49-F238E27FC236}">
                <a16:creationId xmlns:a16="http://schemas.microsoft.com/office/drawing/2014/main" id="{518DDC7C-4DE0-1CF4-3005-04F9F3A2FA4D}"/>
              </a:ext>
            </a:extLst>
          </p:cNvPr>
          <p:cNvGrpSpPr/>
          <p:nvPr/>
        </p:nvGrpSpPr>
        <p:grpSpPr>
          <a:xfrm>
            <a:off x="5048947" y="2571745"/>
            <a:ext cx="2141167" cy="2699260"/>
            <a:chOff x="5048947" y="2571745"/>
            <a:chExt cx="2141167" cy="2699260"/>
          </a:xfrm>
        </p:grpSpPr>
        <p:pic>
          <p:nvPicPr>
            <p:cNvPr id="25" name="Image 24" descr="Une image contenant cercle, Graphique&#10;&#10;Description générée automatiquement">
              <a:extLst>
                <a:ext uri="{FF2B5EF4-FFF2-40B4-BE49-F238E27FC236}">
                  <a16:creationId xmlns:a16="http://schemas.microsoft.com/office/drawing/2014/main" id="{DC591F8E-1D1D-CDAC-CC18-3AACDE46FDF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048947" y="2571745"/>
              <a:ext cx="2141167" cy="2141167"/>
            </a:xfrm>
            <a:prstGeom prst="rect">
              <a:avLst/>
            </a:prstGeom>
          </p:spPr>
        </p:pic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204B1557-5D43-48FC-1532-1F53737E8A01}"/>
                </a:ext>
              </a:extLst>
            </p:cNvPr>
            <p:cNvSpPr txBox="1"/>
            <p:nvPr/>
          </p:nvSpPr>
          <p:spPr>
            <a:xfrm>
              <a:off x="5084514" y="4809340"/>
              <a:ext cx="202297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CH" sz="2400" dirty="0"/>
                <a:t>Sprints</a:t>
              </a:r>
            </a:p>
          </p:txBody>
        </p:sp>
      </p:grpSp>
      <p:grpSp>
        <p:nvGrpSpPr>
          <p:cNvPr id="12" name="Groupe 11">
            <a:extLst>
              <a:ext uri="{FF2B5EF4-FFF2-40B4-BE49-F238E27FC236}">
                <a16:creationId xmlns:a16="http://schemas.microsoft.com/office/drawing/2014/main" id="{0FA65078-051B-8ED6-8F22-F7328751E54F}"/>
              </a:ext>
            </a:extLst>
          </p:cNvPr>
          <p:cNvGrpSpPr/>
          <p:nvPr/>
        </p:nvGrpSpPr>
        <p:grpSpPr>
          <a:xfrm>
            <a:off x="8480515" y="2592227"/>
            <a:ext cx="2022970" cy="2678778"/>
            <a:chOff x="8480515" y="2592227"/>
            <a:chExt cx="2022970" cy="2678778"/>
          </a:xfrm>
        </p:grpSpPr>
        <p:pic>
          <p:nvPicPr>
            <p:cNvPr id="5" name="Image 4" descr="Une image contenant texte, Police, capture d’écran, Graphique&#10;&#10;Description générée automatiquement">
              <a:extLst>
                <a:ext uri="{FF2B5EF4-FFF2-40B4-BE49-F238E27FC236}">
                  <a16:creationId xmlns:a16="http://schemas.microsoft.com/office/drawing/2014/main" id="{B659CF79-5BA4-77C3-B06C-7A6F457601B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98329" y="2592227"/>
              <a:ext cx="1987342" cy="1987342"/>
            </a:xfrm>
            <a:prstGeom prst="rect">
              <a:avLst/>
            </a:prstGeom>
          </p:spPr>
        </p:pic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0FB2D0B2-581F-3496-B58B-B3B360D9125A}"/>
                </a:ext>
              </a:extLst>
            </p:cNvPr>
            <p:cNvSpPr txBox="1"/>
            <p:nvPr/>
          </p:nvSpPr>
          <p:spPr>
            <a:xfrm>
              <a:off x="8480515" y="4809340"/>
              <a:ext cx="202297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CH" sz="2400" dirty="0"/>
                <a:t>User Stories</a:t>
              </a:r>
            </a:p>
          </p:txBody>
        </p:sp>
      </p:grpSp>
      <p:pic>
        <p:nvPicPr>
          <p:cNvPr id="13" name="Image 12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024A3A5A-1E58-6AD4-F47C-768159F5D593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16" name="Image 15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EB6DE050-1868-5D56-4779-F2C46CBEE20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0120" y="220938"/>
            <a:ext cx="281506" cy="281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450325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e 3">
            <a:extLst>
              <a:ext uri="{FF2B5EF4-FFF2-40B4-BE49-F238E27FC236}">
                <a16:creationId xmlns:a16="http://schemas.microsoft.com/office/drawing/2014/main" id="{E8F3138F-2AC1-93D9-9A04-1351F9487131}"/>
              </a:ext>
            </a:extLst>
          </p:cNvPr>
          <p:cNvGrpSpPr/>
          <p:nvPr/>
        </p:nvGrpSpPr>
        <p:grpSpPr>
          <a:xfrm>
            <a:off x="1729880" y="7913008"/>
            <a:ext cx="2141167" cy="2699260"/>
            <a:chOff x="1729880" y="2571745"/>
            <a:chExt cx="2141167" cy="2699260"/>
          </a:xfrm>
        </p:grpSpPr>
        <p:pic>
          <p:nvPicPr>
            <p:cNvPr id="6" name="Image 5" descr="Une image contenant orange, capture d’écran&#10;&#10;Description générée automatiquement">
              <a:extLst>
                <a:ext uri="{FF2B5EF4-FFF2-40B4-BE49-F238E27FC236}">
                  <a16:creationId xmlns:a16="http://schemas.microsoft.com/office/drawing/2014/main" id="{A781BE3F-ACD0-7A78-8DF8-A5F4DE41D73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729880" y="2571745"/>
              <a:ext cx="2141167" cy="2141167"/>
            </a:xfrm>
            <a:prstGeom prst="rect">
              <a:avLst/>
            </a:prstGeom>
          </p:spPr>
        </p:pic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473DC119-A01F-B3B0-7760-DE70043CE071}"/>
                </a:ext>
              </a:extLst>
            </p:cNvPr>
            <p:cNvSpPr txBox="1"/>
            <p:nvPr/>
          </p:nvSpPr>
          <p:spPr>
            <a:xfrm>
              <a:off x="1788978" y="4809340"/>
              <a:ext cx="202297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CH" sz="2400" dirty="0"/>
                <a:t>Chef de Projet</a:t>
              </a:r>
            </a:p>
          </p:txBody>
        </p:sp>
      </p:grpSp>
      <p:grpSp>
        <p:nvGrpSpPr>
          <p:cNvPr id="9" name="Groupe 8">
            <a:extLst>
              <a:ext uri="{FF2B5EF4-FFF2-40B4-BE49-F238E27FC236}">
                <a16:creationId xmlns:a16="http://schemas.microsoft.com/office/drawing/2014/main" id="{C5F1ADBB-5469-3E0E-7F23-A0241DAC92A2}"/>
              </a:ext>
            </a:extLst>
          </p:cNvPr>
          <p:cNvGrpSpPr/>
          <p:nvPr/>
        </p:nvGrpSpPr>
        <p:grpSpPr>
          <a:xfrm>
            <a:off x="5048947" y="7913008"/>
            <a:ext cx="2141167" cy="2699260"/>
            <a:chOff x="5048947" y="2571745"/>
            <a:chExt cx="2141167" cy="2699260"/>
          </a:xfrm>
        </p:grpSpPr>
        <p:pic>
          <p:nvPicPr>
            <p:cNvPr id="11" name="Image 10" descr="Une image contenant cercle, Graphique&#10;&#10;Description générée automatiquement">
              <a:extLst>
                <a:ext uri="{FF2B5EF4-FFF2-40B4-BE49-F238E27FC236}">
                  <a16:creationId xmlns:a16="http://schemas.microsoft.com/office/drawing/2014/main" id="{C64A1875-6F22-B0DA-02A9-9F896D75670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048947" y="2571745"/>
              <a:ext cx="2141167" cy="2141167"/>
            </a:xfrm>
            <a:prstGeom prst="rect">
              <a:avLst/>
            </a:prstGeom>
          </p:spPr>
        </p:pic>
        <p:sp>
          <p:nvSpPr>
            <p:cNvPr id="12" name="ZoneTexte 11">
              <a:extLst>
                <a:ext uri="{FF2B5EF4-FFF2-40B4-BE49-F238E27FC236}">
                  <a16:creationId xmlns:a16="http://schemas.microsoft.com/office/drawing/2014/main" id="{72CA0075-B586-1C2A-C396-2B23DA2E83E6}"/>
                </a:ext>
              </a:extLst>
            </p:cNvPr>
            <p:cNvSpPr txBox="1"/>
            <p:nvPr/>
          </p:nvSpPr>
          <p:spPr>
            <a:xfrm>
              <a:off x="5084514" y="4809340"/>
              <a:ext cx="202297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CH" sz="2400" dirty="0"/>
                <a:t>Sprints</a:t>
              </a:r>
            </a:p>
          </p:txBody>
        </p:sp>
      </p:grpSp>
      <p:grpSp>
        <p:nvGrpSpPr>
          <p:cNvPr id="13" name="Groupe 12">
            <a:extLst>
              <a:ext uri="{FF2B5EF4-FFF2-40B4-BE49-F238E27FC236}">
                <a16:creationId xmlns:a16="http://schemas.microsoft.com/office/drawing/2014/main" id="{FB94E2E3-DC64-19EE-FCE5-D12A78A9A65E}"/>
              </a:ext>
            </a:extLst>
          </p:cNvPr>
          <p:cNvGrpSpPr/>
          <p:nvPr/>
        </p:nvGrpSpPr>
        <p:grpSpPr>
          <a:xfrm>
            <a:off x="8480515" y="7933490"/>
            <a:ext cx="2022970" cy="2678778"/>
            <a:chOff x="8480515" y="2592227"/>
            <a:chExt cx="2022970" cy="2678778"/>
          </a:xfrm>
        </p:grpSpPr>
        <p:pic>
          <p:nvPicPr>
            <p:cNvPr id="14" name="Image 13" descr="Une image contenant texte, Police, capture d’écran, Graphique&#10;&#10;Description générée automatiquement">
              <a:extLst>
                <a:ext uri="{FF2B5EF4-FFF2-40B4-BE49-F238E27FC236}">
                  <a16:creationId xmlns:a16="http://schemas.microsoft.com/office/drawing/2014/main" id="{EA00D7B7-9244-494B-DD29-00A2875F9C4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98329" y="2592227"/>
              <a:ext cx="1987342" cy="1987342"/>
            </a:xfrm>
            <a:prstGeom prst="rect">
              <a:avLst/>
            </a:prstGeom>
          </p:spPr>
        </p:pic>
        <p:sp>
          <p:nvSpPr>
            <p:cNvPr id="16" name="ZoneTexte 15">
              <a:extLst>
                <a:ext uri="{FF2B5EF4-FFF2-40B4-BE49-F238E27FC236}">
                  <a16:creationId xmlns:a16="http://schemas.microsoft.com/office/drawing/2014/main" id="{039628C8-D66A-3DDB-5AA6-993FE7FEDBA9}"/>
                </a:ext>
              </a:extLst>
            </p:cNvPr>
            <p:cNvSpPr txBox="1"/>
            <p:nvPr/>
          </p:nvSpPr>
          <p:spPr>
            <a:xfrm>
              <a:off x="8480515" y="4809340"/>
              <a:ext cx="202297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CH" sz="2400" dirty="0"/>
                <a:t>User Stories</a:t>
              </a:r>
            </a:p>
          </p:txBody>
        </p:sp>
      </p:grpSp>
      <p:pic>
        <p:nvPicPr>
          <p:cNvPr id="10" name="Image 9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CC8792B2-A450-DF45-FB9C-FA9491B5FFC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92000" y="5344523"/>
            <a:ext cx="5400000" cy="1513477"/>
          </a:xfrm>
          <a:prstGeom prst="rect">
            <a:avLst/>
          </a:prstGeom>
        </p:spPr>
      </p:pic>
      <p:pic>
        <p:nvPicPr>
          <p:cNvPr id="15" name="Image 14" descr="Une image contenant ligne, symbole, art&#10;&#10;Description générée automatiquement">
            <a:extLst>
              <a:ext uri="{FF2B5EF4-FFF2-40B4-BE49-F238E27FC236}">
                <a16:creationId xmlns:a16="http://schemas.microsoft.com/office/drawing/2014/main" id="{D8DB17E5-462D-D7CA-B588-6A750EFFD6D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2689453" cy="5400000"/>
          </a:xfrm>
          <a:prstGeom prst="rect">
            <a:avLst/>
          </a:prstGeom>
        </p:spPr>
      </p:pic>
      <p:sp>
        <p:nvSpPr>
          <p:cNvPr id="23" name="Titre 1">
            <a:extLst>
              <a:ext uri="{FF2B5EF4-FFF2-40B4-BE49-F238E27FC236}">
                <a16:creationId xmlns:a16="http://schemas.microsoft.com/office/drawing/2014/main" id="{DF99ABDB-987A-DA66-64BD-0FF0233203F7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ORGANISATION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49CBA37B-237E-69D6-DFAE-B7FA7BF1776A}"/>
              </a:ext>
            </a:extLst>
          </p:cNvPr>
          <p:cNvSpPr/>
          <p:nvPr/>
        </p:nvSpPr>
        <p:spPr>
          <a:xfrm>
            <a:off x="3749674" y="1513477"/>
            <a:ext cx="4759325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37428858-27B6-1E2F-916F-61588F853375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graphicFrame>
        <p:nvGraphicFramePr>
          <p:cNvPr id="2" name="Graphique 1">
            <a:extLst>
              <a:ext uri="{FF2B5EF4-FFF2-40B4-BE49-F238E27FC236}">
                <a16:creationId xmlns:a16="http://schemas.microsoft.com/office/drawing/2014/main" id="{1700F490-9370-867A-E434-4CD03FC273F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07170635"/>
              </p:ext>
            </p:extLst>
          </p:nvPr>
        </p:nvGraphicFramePr>
        <p:xfrm>
          <a:off x="2111255" y="1787312"/>
          <a:ext cx="7969488" cy="403133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pic>
        <p:nvPicPr>
          <p:cNvPr id="5" name="Image 4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0C68237C-6C29-9C9F-9273-EEA23A4812AA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7" name="Image 6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AF5F4C83-9794-15CE-2315-522C8FC5BE9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0120" y="220938"/>
            <a:ext cx="281506" cy="281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151602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 9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CC8792B2-A450-DF45-FB9C-FA9491B5FF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92000" y="5344523"/>
            <a:ext cx="5400000" cy="1513477"/>
          </a:xfrm>
          <a:prstGeom prst="rect">
            <a:avLst/>
          </a:prstGeom>
        </p:spPr>
      </p:pic>
      <p:pic>
        <p:nvPicPr>
          <p:cNvPr id="15" name="Image 14" descr="Une image contenant ligne, symbole, art&#10;&#10;Description générée automatiquement">
            <a:extLst>
              <a:ext uri="{FF2B5EF4-FFF2-40B4-BE49-F238E27FC236}">
                <a16:creationId xmlns:a16="http://schemas.microsoft.com/office/drawing/2014/main" id="{D8DB17E5-462D-D7CA-B588-6A750EFFD6D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2689453" cy="5400000"/>
          </a:xfrm>
          <a:prstGeom prst="rect">
            <a:avLst/>
          </a:prstGeom>
        </p:spPr>
      </p:pic>
      <p:sp>
        <p:nvSpPr>
          <p:cNvPr id="23" name="Titre 1">
            <a:extLst>
              <a:ext uri="{FF2B5EF4-FFF2-40B4-BE49-F238E27FC236}">
                <a16:creationId xmlns:a16="http://schemas.microsoft.com/office/drawing/2014/main" id="{DF99ABDB-987A-DA66-64BD-0FF0233203F7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ORGANISATION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49CBA37B-237E-69D6-DFAE-B7FA7BF1776A}"/>
              </a:ext>
            </a:extLst>
          </p:cNvPr>
          <p:cNvSpPr/>
          <p:nvPr/>
        </p:nvSpPr>
        <p:spPr>
          <a:xfrm>
            <a:off x="3749674" y="1513477"/>
            <a:ext cx="4759325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37428858-27B6-1E2F-916F-61588F853375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grpSp>
        <p:nvGrpSpPr>
          <p:cNvPr id="2" name="Groupe 1">
            <a:extLst>
              <a:ext uri="{FF2B5EF4-FFF2-40B4-BE49-F238E27FC236}">
                <a16:creationId xmlns:a16="http://schemas.microsoft.com/office/drawing/2014/main" id="{499E70F2-EFB8-AD3E-AE68-4D346BE9E4F2}"/>
              </a:ext>
            </a:extLst>
          </p:cNvPr>
          <p:cNvGrpSpPr/>
          <p:nvPr/>
        </p:nvGrpSpPr>
        <p:grpSpPr>
          <a:xfrm>
            <a:off x="3763416" y="1700589"/>
            <a:ext cx="5072722" cy="4039289"/>
            <a:chOff x="3763416" y="1700589"/>
            <a:chExt cx="5072722" cy="4039289"/>
          </a:xfrm>
        </p:grpSpPr>
        <p:sp>
          <p:nvSpPr>
            <p:cNvPr id="29" name="ZoneTexte 28">
              <a:extLst>
                <a:ext uri="{FF2B5EF4-FFF2-40B4-BE49-F238E27FC236}">
                  <a16:creationId xmlns:a16="http://schemas.microsoft.com/office/drawing/2014/main" id="{6922EFB4-A91C-080F-4EA6-FC59D9A01867}"/>
                </a:ext>
              </a:extLst>
            </p:cNvPr>
            <p:cNvSpPr txBox="1"/>
            <p:nvPr/>
          </p:nvSpPr>
          <p:spPr>
            <a:xfrm>
              <a:off x="4864210" y="1768446"/>
              <a:ext cx="397192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CH" sz="2800" dirty="0"/>
                <a:t>Visual Studio 2024</a:t>
              </a:r>
            </a:p>
          </p:txBody>
        </p:sp>
        <p:sp>
          <p:nvSpPr>
            <p:cNvPr id="32" name="ZoneTexte 31">
              <a:extLst>
                <a:ext uri="{FF2B5EF4-FFF2-40B4-BE49-F238E27FC236}">
                  <a16:creationId xmlns:a16="http://schemas.microsoft.com/office/drawing/2014/main" id="{070CE78D-EB98-575F-9B4E-B148E24ACB7C}"/>
                </a:ext>
              </a:extLst>
            </p:cNvPr>
            <p:cNvSpPr txBox="1"/>
            <p:nvPr/>
          </p:nvSpPr>
          <p:spPr>
            <a:xfrm>
              <a:off x="4864210" y="2629770"/>
              <a:ext cx="397192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CH" sz="2800" dirty="0"/>
                <a:t>Suite office</a:t>
              </a:r>
            </a:p>
          </p:txBody>
        </p:sp>
        <p:sp>
          <p:nvSpPr>
            <p:cNvPr id="33" name="ZoneTexte 32">
              <a:extLst>
                <a:ext uri="{FF2B5EF4-FFF2-40B4-BE49-F238E27FC236}">
                  <a16:creationId xmlns:a16="http://schemas.microsoft.com/office/drawing/2014/main" id="{D1A4DA0C-ED91-AE95-9EA5-52253039B52E}"/>
                </a:ext>
              </a:extLst>
            </p:cNvPr>
            <p:cNvSpPr txBox="1"/>
            <p:nvPr/>
          </p:nvSpPr>
          <p:spPr>
            <a:xfrm>
              <a:off x="4864212" y="3449869"/>
              <a:ext cx="397192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CH" sz="2800" dirty="0"/>
                <a:t>GitHub</a:t>
              </a:r>
            </a:p>
          </p:txBody>
        </p:sp>
        <p:sp>
          <p:nvSpPr>
            <p:cNvPr id="34" name="ZoneTexte 33">
              <a:extLst>
                <a:ext uri="{FF2B5EF4-FFF2-40B4-BE49-F238E27FC236}">
                  <a16:creationId xmlns:a16="http://schemas.microsoft.com/office/drawing/2014/main" id="{109CD81F-1B8E-1006-2F20-DDBF764E7CCF}"/>
                </a:ext>
              </a:extLst>
            </p:cNvPr>
            <p:cNvSpPr txBox="1"/>
            <p:nvPr/>
          </p:nvSpPr>
          <p:spPr>
            <a:xfrm>
              <a:off x="4864212" y="4291339"/>
              <a:ext cx="397192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CH" sz="2800" dirty="0"/>
                <a:t>Draw.io</a:t>
              </a:r>
            </a:p>
          </p:txBody>
        </p:sp>
        <p:sp>
          <p:nvSpPr>
            <p:cNvPr id="35" name="ZoneTexte 34">
              <a:extLst>
                <a:ext uri="{FF2B5EF4-FFF2-40B4-BE49-F238E27FC236}">
                  <a16:creationId xmlns:a16="http://schemas.microsoft.com/office/drawing/2014/main" id="{E584B6D0-0975-3945-0F70-97830A72B817}"/>
                </a:ext>
              </a:extLst>
            </p:cNvPr>
            <p:cNvSpPr txBox="1"/>
            <p:nvPr/>
          </p:nvSpPr>
          <p:spPr>
            <a:xfrm>
              <a:off x="4864213" y="5144308"/>
              <a:ext cx="397192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CH" sz="2800" dirty="0" err="1"/>
                <a:t>Figma</a:t>
              </a:r>
              <a:endParaRPr lang="fr-CH" sz="2800" dirty="0"/>
            </a:p>
          </p:txBody>
        </p:sp>
        <p:pic>
          <p:nvPicPr>
            <p:cNvPr id="36" name="Image 35" descr="Une image contenant clipart, Graphique, conception, dessin humoristique&#10;&#10;Description générée automatiquement">
              <a:extLst>
                <a:ext uri="{FF2B5EF4-FFF2-40B4-BE49-F238E27FC236}">
                  <a16:creationId xmlns:a16="http://schemas.microsoft.com/office/drawing/2014/main" id="{9AE1E27A-A1DA-9CB0-5518-FD329EB3E77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63416" y="4223549"/>
              <a:ext cx="658446" cy="658800"/>
            </a:xfrm>
            <a:prstGeom prst="rect">
              <a:avLst/>
            </a:prstGeom>
          </p:spPr>
        </p:pic>
        <p:pic>
          <p:nvPicPr>
            <p:cNvPr id="37" name="Image 36" descr="Une image contenant Caractère coloré, Graphique, cercle, graphisme&#10;&#10;Description générée automatiquement">
              <a:extLst>
                <a:ext uri="{FF2B5EF4-FFF2-40B4-BE49-F238E27FC236}">
                  <a16:creationId xmlns:a16="http://schemas.microsoft.com/office/drawing/2014/main" id="{A65AF7B5-139C-3526-D822-66CB87CE359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72447" y="5081078"/>
              <a:ext cx="439288" cy="658800"/>
            </a:xfrm>
            <a:prstGeom prst="rect">
              <a:avLst/>
            </a:prstGeom>
          </p:spPr>
        </p:pic>
        <p:pic>
          <p:nvPicPr>
            <p:cNvPr id="38" name="Image 37" descr="Une image contenant chat, mammifère, silhouette&#10;&#10;Description générée automatiquement">
              <a:extLst>
                <a:ext uri="{FF2B5EF4-FFF2-40B4-BE49-F238E27FC236}">
                  <a16:creationId xmlns:a16="http://schemas.microsoft.com/office/drawing/2014/main" id="{17E74F22-4BD0-8A36-BFFC-CFA2677695E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63416" y="3382079"/>
              <a:ext cx="658800" cy="658800"/>
            </a:xfrm>
            <a:prstGeom prst="rect">
              <a:avLst/>
            </a:prstGeom>
          </p:spPr>
        </p:pic>
        <p:pic>
          <p:nvPicPr>
            <p:cNvPr id="39" name="Image 38" descr="Une image contenant Graphique, graphisme, capture d’écran, orange&#10;&#10;Description générée automatiquement">
              <a:extLst>
                <a:ext uri="{FF2B5EF4-FFF2-40B4-BE49-F238E27FC236}">
                  <a16:creationId xmlns:a16="http://schemas.microsoft.com/office/drawing/2014/main" id="{621889AF-6DC8-88F5-3CFC-C3DB2F22814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21720" y="2540609"/>
              <a:ext cx="540742" cy="658800"/>
            </a:xfrm>
            <a:prstGeom prst="rect">
              <a:avLst/>
            </a:prstGeom>
          </p:spPr>
        </p:pic>
        <p:pic>
          <p:nvPicPr>
            <p:cNvPr id="40" name="Image 39" descr="Une image contenant Graphique, Lilas, Caractère coloré, violet&#10;&#10;Description générée automatiquement">
              <a:extLst>
                <a:ext uri="{FF2B5EF4-FFF2-40B4-BE49-F238E27FC236}">
                  <a16:creationId xmlns:a16="http://schemas.microsoft.com/office/drawing/2014/main" id="{9FFD57C2-60DE-9CB1-28ED-1CA99F59681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63416" y="1700589"/>
              <a:ext cx="657350" cy="657350"/>
            </a:xfrm>
            <a:prstGeom prst="rect">
              <a:avLst/>
            </a:prstGeom>
          </p:spPr>
        </p:pic>
      </p:grpSp>
      <p:pic>
        <p:nvPicPr>
          <p:cNvPr id="41" name="Image 40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34012DB5-3900-2412-0D75-EB79D73600ED}"/>
              </a:ext>
            </a:extLst>
          </p:cNvPr>
          <p:cNvPicPr>
            <a:picLocks noChangeAspect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44" name="Image 43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1D160251-29A4-8189-D0FC-73157607E8E3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0120" y="220938"/>
            <a:ext cx="281506" cy="281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191005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Image 14" descr="Une image contenant léger, art&#10;&#10;Description générée automatiquement avec une confiance moyenne">
            <a:extLst>
              <a:ext uri="{FF2B5EF4-FFF2-40B4-BE49-F238E27FC236}">
                <a16:creationId xmlns:a16="http://schemas.microsoft.com/office/drawing/2014/main" id="{3ADEC4B8-74A8-6906-9E01-B000B284C8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75" y="0"/>
            <a:ext cx="4902969" cy="6858000"/>
          </a:xfrm>
          <a:prstGeom prst="rect">
            <a:avLst/>
          </a:prstGeom>
        </p:spPr>
      </p:pic>
      <p:sp>
        <p:nvSpPr>
          <p:cNvPr id="16" name="Titre 1">
            <a:extLst>
              <a:ext uri="{FF2B5EF4-FFF2-40B4-BE49-F238E27FC236}">
                <a16:creationId xmlns:a16="http://schemas.microsoft.com/office/drawing/2014/main" id="{0C530001-B230-3D10-2F5F-9885472943F3}"/>
              </a:ext>
            </a:extLst>
          </p:cNvPr>
          <p:cNvSpPr txBox="1">
            <a:spLocks/>
          </p:cNvSpPr>
          <p:nvPr/>
        </p:nvSpPr>
        <p:spPr>
          <a:xfrm>
            <a:off x="1523999" y="2551970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MOMENT CLE</a:t>
            </a:r>
          </a:p>
        </p:txBody>
      </p:sp>
      <p:sp>
        <p:nvSpPr>
          <p:cNvPr id="5" name="Sous-titre 2">
            <a:extLst>
              <a:ext uri="{FF2B5EF4-FFF2-40B4-BE49-F238E27FC236}">
                <a16:creationId xmlns:a16="http://schemas.microsoft.com/office/drawing/2014/main" id="{022DCA6C-3DD4-FC80-A8AA-5E3378FA52D1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pic>
        <p:nvPicPr>
          <p:cNvPr id="18" name="Image 17" descr="Une image contenant capture d’écran, obscurité, noir, espace&#10;&#10;Description générée automatiquement">
            <a:extLst>
              <a:ext uri="{FF2B5EF4-FFF2-40B4-BE49-F238E27FC236}">
                <a16:creationId xmlns:a16="http://schemas.microsoft.com/office/drawing/2014/main" id="{76098BFA-D95F-59BA-D109-7303EC83E59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V="1">
            <a:off x="6968067" y="0"/>
            <a:ext cx="5249333" cy="68580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F9A1F323-0716-5C66-C4FB-FB83FA90B031}"/>
              </a:ext>
            </a:extLst>
          </p:cNvPr>
          <p:cNvSpPr/>
          <p:nvPr/>
        </p:nvSpPr>
        <p:spPr>
          <a:xfrm>
            <a:off x="3936732" y="3718515"/>
            <a:ext cx="4318534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1EBEE83-A21F-AD4E-A3BA-0AE1D39BACD2}"/>
              </a:ext>
            </a:extLst>
          </p:cNvPr>
          <p:cNvSpPr/>
          <p:nvPr/>
        </p:nvSpPr>
        <p:spPr>
          <a:xfrm>
            <a:off x="7088981" y="321469"/>
            <a:ext cx="447675" cy="40957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pic>
        <p:nvPicPr>
          <p:cNvPr id="8" name="Image 7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6FC33249-7281-3E35-6099-382C3A2E9E77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10" name="Image 9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5AC5C3AE-001B-33C9-B620-B2643078DCC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5402" y="220938"/>
            <a:ext cx="281506" cy="281506"/>
          </a:xfrm>
          <a:prstGeom prst="rect">
            <a:avLst/>
          </a:prstGeom>
        </p:spPr>
      </p:pic>
      <p:grpSp>
        <p:nvGrpSpPr>
          <p:cNvPr id="4" name="Groupe 3">
            <a:extLst>
              <a:ext uri="{FF2B5EF4-FFF2-40B4-BE49-F238E27FC236}">
                <a16:creationId xmlns:a16="http://schemas.microsoft.com/office/drawing/2014/main" id="{EEEA7E25-A0AC-8E9E-08A4-AF069D89D3D8}"/>
              </a:ext>
            </a:extLst>
          </p:cNvPr>
          <p:cNvGrpSpPr/>
          <p:nvPr/>
        </p:nvGrpSpPr>
        <p:grpSpPr>
          <a:xfrm>
            <a:off x="-5351562" y="1700589"/>
            <a:ext cx="5072722" cy="4039289"/>
            <a:chOff x="3763416" y="1700589"/>
            <a:chExt cx="5072722" cy="4039289"/>
          </a:xfrm>
        </p:grpSpPr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06779727-3127-B22C-ABDC-82EB9EC4E6FC}"/>
                </a:ext>
              </a:extLst>
            </p:cNvPr>
            <p:cNvSpPr txBox="1"/>
            <p:nvPr/>
          </p:nvSpPr>
          <p:spPr>
            <a:xfrm>
              <a:off x="4864210" y="1768446"/>
              <a:ext cx="397192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CH" sz="2800" dirty="0"/>
                <a:t>Visual Studio Code 2024</a:t>
              </a:r>
            </a:p>
          </p:txBody>
        </p: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CD89C123-632D-81D6-C3B3-7C3917FA22E8}"/>
                </a:ext>
              </a:extLst>
            </p:cNvPr>
            <p:cNvSpPr txBox="1"/>
            <p:nvPr/>
          </p:nvSpPr>
          <p:spPr>
            <a:xfrm>
              <a:off x="4864210" y="2629770"/>
              <a:ext cx="397192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CH" sz="2800" dirty="0"/>
                <a:t>Suite office</a:t>
              </a:r>
            </a:p>
          </p:txBody>
        </p:sp>
        <p:sp>
          <p:nvSpPr>
            <p:cNvPr id="12" name="ZoneTexte 11">
              <a:extLst>
                <a:ext uri="{FF2B5EF4-FFF2-40B4-BE49-F238E27FC236}">
                  <a16:creationId xmlns:a16="http://schemas.microsoft.com/office/drawing/2014/main" id="{5640E140-A7A0-8D04-801B-EA99D708F712}"/>
                </a:ext>
              </a:extLst>
            </p:cNvPr>
            <p:cNvSpPr txBox="1"/>
            <p:nvPr/>
          </p:nvSpPr>
          <p:spPr>
            <a:xfrm>
              <a:off x="4864212" y="3449869"/>
              <a:ext cx="397192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CH" sz="2800" dirty="0"/>
                <a:t>GitHub</a:t>
              </a:r>
            </a:p>
          </p:txBody>
        </p:sp>
        <p:sp>
          <p:nvSpPr>
            <p:cNvPr id="13" name="ZoneTexte 12">
              <a:extLst>
                <a:ext uri="{FF2B5EF4-FFF2-40B4-BE49-F238E27FC236}">
                  <a16:creationId xmlns:a16="http://schemas.microsoft.com/office/drawing/2014/main" id="{F8E24A4F-F9E3-C80E-F4A9-9F891446FC93}"/>
                </a:ext>
              </a:extLst>
            </p:cNvPr>
            <p:cNvSpPr txBox="1"/>
            <p:nvPr/>
          </p:nvSpPr>
          <p:spPr>
            <a:xfrm>
              <a:off x="4864212" y="4291339"/>
              <a:ext cx="397192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CH" sz="2800" dirty="0"/>
                <a:t>Draw.io</a:t>
              </a:r>
            </a:p>
          </p:txBody>
        </p:sp>
        <p:sp>
          <p:nvSpPr>
            <p:cNvPr id="14" name="ZoneTexte 13">
              <a:extLst>
                <a:ext uri="{FF2B5EF4-FFF2-40B4-BE49-F238E27FC236}">
                  <a16:creationId xmlns:a16="http://schemas.microsoft.com/office/drawing/2014/main" id="{66B1E913-899E-0E7A-3E25-1D452A215F0D}"/>
                </a:ext>
              </a:extLst>
            </p:cNvPr>
            <p:cNvSpPr txBox="1"/>
            <p:nvPr/>
          </p:nvSpPr>
          <p:spPr>
            <a:xfrm>
              <a:off x="4864213" y="5144308"/>
              <a:ext cx="397192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CH" sz="2800" dirty="0" err="1"/>
                <a:t>Figma</a:t>
              </a:r>
              <a:endParaRPr lang="fr-CH" sz="2800" dirty="0"/>
            </a:p>
          </p:txBody>
        </p:sp>
        <p:pic>
          <p:nvPicPr>
            <p:cNvPr id="17" name="Image 16" descr="Une image contenant clipart, Graphique, conception, dessin humoristique&#10;&#10;Description générée automatiquement">
              <a:extLst>
                <a:ext uri="{FF2B5EF4-FFF2-40B4-BE49-F238E27FC236}">
                  <a16:creationId xmlns:a16="http://schemas.microsoft.com/office/drawing/2014/main" id="{ACEA1454-8C36-8940-1C51-7670FDB4BB9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63416" y="4223549"/>
              <a:ext cx="658446" cy="658800"/>
            </a:xfrm>
            <a:prstGeom prst="rect">
              <a:avLst/>
            </a:prstGeom>
          </p:spPr>
        </p:pic>
        <p:pic>
          <p:nvPicPr>
            <p:cNvPr id="19" name="Image 18" descr="Une image contenant Caractère coloré, Graphique, cercle, graphisme&#10;&#10;Description générée automatiquement">
              <a:extLst>
                <a:ext uri="{FF2B5EF4-FFF2-40B4-BE49-F238E27FC236}">
                  <a16:creationId xmlns:a16="http://schemas.microsoft.com/office/drawing/2014/main" id="{7783A007-8B50-4A23-9E8C-D694043C804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72447" y="5081078"/>
              <a:ext cx="439288" cy="658800"/>
            </a:xfrm>
            <a:prstGeom prst="rect">
              <a:avLst/>
            </a:prstGeom>
          </p:spPr>
        </p:pic>
        <p:pic>
          <p:nvPicPr>
            <p:cNvPr id="20" name="Image 19" descr="Une image contenant chat, mammifère, silhouette&#10;&#10;Description générée automatiquement">
              <a:extLst>
                <a:ext uri="{FF2B5EF4-FFF2-40B4-BE49-F238E27FC236}">
                  <a16:creationId xmlns:a16="http://schemas.microsoft.com/office/drawing/2014/main" id="{36C4AD96-B72A-10B6-9732-42BA3F68DF5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63416" y="3382079"/>
              <a:ext cx="658800" cy="658800"/>
            </a:xfrm>
            <a:prstGeom prst="rect">
              <a:avLst/>
            </a:prstGeom>
          </p:spPr>
        </p:pic>
        <p:pic>
          <p:nvPicPr>
            <p:cNvPr id="21" name="Image 20" descr="Une image contenant Graphique, graphisme, capture d’écran, orange&#10;&#10;Description générée automatiquement">
              <a:extLst>
                <a:ext uri="{FF2B5EF4-FFF2-40B4-BE49-F238E27FC236}">
                  <a16:creationId xmlns:a16="http://schemas.microsoft.com/office/drawing/2014/main" id="{2F20B72E-F7B2-4F08-D017-606DDA340396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21720" y="2540609"/>
              <a:ext cx="540742" cy="658800"/>
            </a:xfrm>
            <a:prstGeom prst="rect">
              <a:avLst/>
            </a:prstGeom>
          </p:spPr>
        </p:pic>
        <p:pic>
          <p:nvPicPr>
            <p:cNvPr id="22" name="Image 21" descr="Une image contenant Graphique, Lilas, Caractère coloré, violet&#10;&#10;Description générée automatiquement">
              <a:extLst>
                <a:ext uri="{FF2B5EF4-FFF2-40B4-BE49-F238E27FC236}">
                  <a16:creationId xmlns:a16="http://schemas.microsoft.com/office/drawing/2014/main" id="{E9D59333-1347-08FB-D765-1B623AEADC65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63416" y="1700589"/>
              <a:ext cx="657350" cy="65735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34548207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>
        <p159:morph option="byObject"/>
      </p:transition>
    </mc:Choice>
    <mc:Fallback xmlns="">
      <p:transition spd="slow" advClick="0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 10" descr="Une image contenant noir, capture d’écran, obscurité&#10;&#10;Description générée automatiquement">
            <a:extLst>
              <a:ext uri="{FF2B5EF4-FFF2-40B4-BE49-F238E27FC236}">
                <a16:creationId xmlns:a16="http://schemas.microsoft.com/office/drawing/2014/main" id="{0811F0DB-194F-0C81-AA2A-8C33659324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92000" y="0"/>
            <a:ext cx="5400000" cy="1513477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0FD7BA15-C623-9903-B7E4-9FCB15EA34A1}"/>
              </a:ext>
            </a:extLst>
          </p:cNvPr>
          <p:cNvSpPr/>
          <p:nvPr/>
        </p:nvSpPr>
        <p:spPr>
          <a:xfrm>
            <a:off x="7088981" y="321469"/>
            <a:ext cx="447675" cy="40957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pic>
        <p:nvPicPr>
          <p:cNvPr id="12" name="Image 11" descr="Une image contenant ligne, symbole&#10;&#10;Description générée automatiquement">
            <a:extLst>
              <a:ext uri="{FF2B5EF4-FFF2-40B4-BE49-F238E27FC236}">
                <a16:creationId xmlns:a16="http://schemas.microsoft.com/office/drawing/2014/main" id="{E5747CF6-4167-98C6-ECF7-B91657A1B11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58000"/>
            <a:ext cx="2689454" cy="5400000"/>
          </a:xfrm>
          <a:prstGeom prst="rect">
            <a:avLst/>
          </a:prstGeom>
        </p:spPr>
      </p:pic>
      <p:sp>
        <p:nvSpPr>
          <p:cNvPr id="18" name="Titre 1">
            <a:extLst>
              <a:ext uri="{FF2B5EF4-FFF2-40B4-BE49-F238E27FC236}">
                <a16:creationId xmlns:a16="http://schemas.microsoft.com/office/drawing/2014/main" id="{5BA93479-4211-6A6F-2BBE-359536ACF542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MOMENT CLE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779A980-A098-A6B1-6D33-7EB9A882D05E}"/>
              </a:ext>
            </a:extLst>
          </p:cNvPr>
          <p:cNvSpPr/>
          <p:nvPr/>
        </p:nvSpPr>
        <p:spPr>
          <a:xfrm>
            <a:off x="3936732" y="1513477"/>
            <a:ext cx="4318534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" name="Sous-titre 2">
            <a:extLst>
              <a:ext uri="{FF2B5EF4-FFF2-40B4-BE49-F238E27FC236}">
                <a16:creationId xmlns:a16="http://schemas.microsoft.com/office/drawing/2014/main" id="{E6FF8439-5A98-B656-F382-D62AAF3E6E63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263BD571-4A54-1924-3E8B-FD33628EFC06}"/>
              </a:ext>
            </a:extLst>
          </p:cNvPr>
          <p:cNvSpPr txBox="1"/>
          <p:nvPr/>
        </p:nvSpPr>
        <p:spPr>
          <a:xfrm>
            <a:off x="0" y="5932773"/>
            <a:ext cx="80985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9600" dirty="0">
                <a:solidFill>
                  <a:srgbClr val="FF0000"/>
                </a:solidFill>
              </a:rPr>
              <a:t>*</a:t>
            </a:r>
          </a:p>
        </p:txBody>
      </p:sp>
      <p:pic>
        <p:nvPicPr>
          <p:cNvPr id="5" name="Image 4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27339F60-FFB0-D7A5-29FB-1C7192B2341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7" name="Image 6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DDC85A6A-5391-676E-09CA-62DB8022A78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5402" y="220938"/>
            <a:ext cx="281506" cy="281506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CE0DE033-558C-8DDC-54E6-B5CADE63242B}"/>
              </a:ext>
            </a:extLst>
          </p:cNvPr>
          <p:cNvSpPr/>
          <p:nvPr/>
        </p:nvSpPr>
        <p:spPr>
          <a:xfrm>
            <a:off x="8621633" y="220938"/>
            <a:ext cx="3302396" cy="1949291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dirty="0"/>
              <a:t>monter fichier généré</a:t>
            </a:r>
          </a:p>
        </p:txBody>
      </p:sp>
    </p:spTree>
    <p:extLst>
      <p:ext uri="{BB962C8B-B14F-4D97-AF65-F5344CB8AC3E}">
        <p14:creationId xmlns:p14="http://schemas.microsoft.com/office/powerpoint/2010/main" val="359865178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Image 14" descr="Une image contenant léger, art&#10;&#10;Description générée automatiquement avec une confiance moyenne">
            <a:extLst>
              <a:ext uri="{FF2B5EF4-FFF2-40B4-BE49-F238E27FC236}">
                <a16:creationId xmlns:a16="http://schemas.microsoft.com/office/drawing/2014/main" id="{3ADEC4B8-74A8-6906-9E01-B000B284C8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75" y="0"/>
            <a:ext cx="4902969" cy="6858000"/>
          </a:xfrm>
          <a:prstGeom prst="rect">
            <a:avLst/>
          </a:prstGeom>
        </p:spPr>
      </p:pic>
      <p:sp>
        <p:nvSpPr>
          <p:cNvPr id="16" name="Titre 1">
            <a:extLst>
              <a:ext uri="{FF2B5EF4-FFF2-40B4-BE49-F238E27FC236}">
                <a16:creationId xmlns:a16="http://schemas.microsoft.com/office/drawing/2014/main" id="{0C530001-B230-3D10-2F5F-9885472943F3}"/>
              </a:ext>
            </a:extLst>
          </p:cNvPr>
          <p:cNvSpPr txBox="1">
            <a:spLocks/>
          </p:cNvSpPr>
          <p:nvPr/>
        </p:nvSpPr>
        <p:spPr>
          <a:xfrm>
            <a:off x="1523999" y="2551970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BILAN</a:t>
            </a:r>
          </a:p>
        </p:txBody>
      </p:sp>
      <p:sp>
        <p:nvSpPr>
          <p:cNvPr id="5" name="Sous-titre 2">
            <a:extLst>
              <a:ext uri="{FF2B5EF4-FFF2-40B4-BE49-F238E27FC236}">
                <a16:creationId xmlns:a16="http://schemas.microsoft.com/office/drawing/2014/main" id="{022DCA6C-3DD4-FC80-A8AA-5E3378FA52D1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pic>
        <p:nvPicPr>
          <p:cNvPr id="18" name="Image 17" descr="Une image contenant capture d’écran, obscurité, noir, espace&#10;&#10;Description générée automatiquement">
            <a:extLst>
              <a:ext uri="{FF2B5EF4-FFF2-40B4-BE49-F238E27FC236}">
                <a16:creationId xmlns:a16="http://schemas.microsoft.com/office/drawing/2014/main" id="{76098BFA-D95F-59BA-D109-7303EC83E59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V="1">
            <a:off x="6968067" y="0"/>
            <a:ext cx="5249333" cy="68580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3EC77E4D-2F83-558C-8106-F85CA83ADBF7}"/>
              </a:ext>
            </a:extLst>
          </p:cNvPr>
          <p:cNvSpPr/>
          <p:nvPr/>
        </p:nvSpPr>
        <p:spPr>
          <a:xfrm>
            <a:off x="5194301" y="3713752"/>
            <a:ext cx="180975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4CBADE01-DAFC-E6F5-DC56-1DDB732B62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582522" y="4376791"/>
            <a:ext cx="1513477" cy="352425"/>
          </a:xfrm>
        </p:spPr>
        <p:txBody>
          <a:bodyPr>
            <a:normAutofit fontScale="92500" lnSpcReduction="20000"/>
          </a:bodyPr>
          <a:lstStyle/>
          <a:p>
            <a:r>
              <a:rPr lang="fr-CH" dirty="0"/>
              <a:t>PRODUIT</a:t>
            </a:r>
          </a:p>
        </p:txBody>
      </p:sp>
      <p:sp>
        <p:nvSpPr>
          <p:cNvPr id="4" name="Sous-titre 2">
            <a:extLst>
              <a:ext uri="{FF2B5EF4-FFF2-40B4-BE49-F238E27FC236}">
                <a16:creationId xmlns:a16="http://schemas.microsoft.com/office/drawing/2014/main" id="{8108891E-0461-5DC1-C82F-C26D89E1A59D}"/>
              </a:ext>
            </a:extLst>
          </p:cNvPr>
          <p:cNvSpPr txBox="1">
            <a:spLocks/>
          </p:cNvSpPr>
          <p:nvPr/>
        </p:nvSpPr>
        <p:spPr>
          <a:xfrm>
            <a:off x="6095999" y="4376791"/>
            <a:ext cx="1513477" cy="35242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dirty="0"/>
              <a:t>PERSONEL</a:t>
            </a:r>
          </a:p>
        </p:txBody>
      </p:sp>
      <p:pic>
        <p:nvPicPr>
          <p:cNvPr id="8" name="Image 7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F0D70373-18AA-911E-9CCF-1C0306CB9821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9" name="Image 8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8000CB8A-E602-A917-DF09-08DB8ACDF4A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59892" y="220938"/>
            <a:ext cx="281506" cy="281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03636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>
        <p159:morph option="byObject"/>
      </p:transition>
    </mc:Choice>
    <mc:Fallback xmlns="">
      <p:transition spd="slow" advClick="0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us-titre 2">
            <a:extLst>
              <a:ext uri="{FF2B5EF4-FFF2-40B4-BE49-F238E27FC236}">
                <a16:creationId xmlns:a16="http://schemas.microsoft.com/office/drawing/2014/main" id="{EC4EBA10-3B22-E343-3DCA-946A99C28F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39260" y="1568721"/>
            <a:ext cx="1513477" cy="352425"/>
          </a:xfrm>
        </p:spPr>
        <p:txBody>
          <a:bodyPr>
            <a:normAutofit fontScale="92500" lnSpcReduction="20000"/>
          </a:bodyPr>
          <a:lstStyle/>
          <a:p>
            <a:r>
              <a:rPr lang="fr-CH" dirty="0"/>
              <a:t>PRODUIT</a:t>
            </a:r>
          </a:p>
        </p:txBody>
      </p:sp>
      <p:pic>
        <p:nvPicPr>
          <p:cNvPr id="6" name="Image 5" descr="Une image contenant ligne, symbole, art&#10;&#10;Description générée automatiquement">
            <a:extLst>
              <a:ext uri="{FF2B5EF4-FFF2-40B4-BE49-F238E27FC236}">
                <a16:creationId xmlns:a16="http://schemas.microsoft.com/office/drawing/2014/main" id="{C5DA33E7-9144-00E5-4784-05E26F918B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2546" y="0"/>
            <a:ext cx="2689454" cy="5400000"/>
          </a:xfrm>
          <a:prstGeom prst="rect">
            <a:avLst/>
          </a:prstGeom>
        </p:spPr>
      </p:pic>
      <p:pic>
        <p:nvPicPr>
          <p:cNvPr id="9" name="Image 8" descr="Une image contenant noir, obscurité, noir et blanc, lune&#10;&#10;Description générée automatiquement">
            <a:extLst>
              <a:ext uri="{FF2B5EF4-FFF2-40B4-BE49-F238E27FC236}">
                <a16:creationId xmlns:a16="http://schemas.microsoft.com/office/drawing/2014/main" id="{E3C6CF36-E993-6E41-ACFD-0294F93CA39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58000"/>
            <a:ext cx="1513476" cy="5400000"/>
          </a:xfrm>
          <a:prstGeom prst="rect">
            <a:avLst/>
          </a:prstGeom>
        </p:spPr>
      </p:pic>
      <p:pic>
        <p:nvPicPr>
          <p:cNvPr id="8" name="Image 7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9100DAA8-B6AC-2D80-9469-84B6449DF94E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sp>
        <p:nvSpPr>
          <p:cNvPr id="12" name="Titre 1">
            <a:extLst>
              <a:ext uri="{FF2B5EF4-FFF2-40B4-BE49-F238E27FC236}">
                <a16:creationId xmlns:a16="http://schemas.microsoft.com/office/drawing/2014/main" id="{7DB1E783-77A1-5014-023B-1ED0E167DF08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BILAN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0E712BE-B390-D236-41FC-4AD9079363C0}"/>
              </a:ext>
            </a:extLst>
          </p:cNvPr>
          <p:cNvSpPr/>
          <p:nvPr/>
        </p:nvSpPr>
        <p:spPr>
          <a:xfrm>
            <a:off x="5194301" y="1513477"/>
            <a:ext cx="180975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" name="Sous-titre 2">
            <a:extLst>
              <a:ext uri="{FF2B5EF4-FFF2-40B4-BE49-F238E27FC236}">
                <a16:creationId xmlns:a16="http://schemas.microsoft.com/office/drawing/2014/main" id="{3E73BB49-F760-2961-519A-3227C2CA5947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pic>
        <p:nvPicPr>
          <p:cNvPr id="7" name="Image 6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538E67A1-519D-EAB8-1C17-A1D3C2B0833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59892" y="220938"/>
            <a:ext cx="281506" cy="281506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F7D66FC8-39B5-290B-059C-90CC05D677D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75675" y="2419133"/>
            <a:ext cx="9640645" cy="2267266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16" name="Connecteur droit 15">
            <a:extLst>
              <a:ext uri="{FF2B5EF4-FFF2-40B4-BE49-F238E27FC236}">
                <a16:creationId xmlns:a16="http://schemas.microsoft.com/office/drawing/2014/main" id="{0FEA7085-D1CD-149C-1884-DC403E2F4D2E}"/>
              </a:ext>
            </a:extLst>
          </p:cNvPr>
          <p:cNvCxnSpPr>
            <a:cxnSpLocks/>
          </p:cNvCxnSpPr>
          <p:nvPr/>
        </p:nvCxnSpPr>
        <p:spPr>
          <a:xfrm>
            <a:off x="3898900" y="3386138"/>
            <a:ext cx="6965950" cy="0"/>
          </a:xfrm>
          <a:prstGeom prst="line">
            <a:avLst/>
          </a:prstGeom>
          <a:ln w="952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9EC154AC-AC8C-DF25-5048-2EE919B8BBF2}"/>
              </a:ext>
            </a:extLst>
          </p:cNvPr>
          <p:cNvSpPr txBox="1"/>
          <p:nvPr/>
        </p:nvSpPr>
        <p:spPr>
          <a:xfrm>
            <a:off x="1431614" y="5166273"/>
            <a:ext cx="93287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CH" dirty="0"/>
              <a:t>Bug Liens</a:t>
            </a:r>
          </a:p>
        </p:txBody>
      </p:sp>
    </p:spTree>
    <p:extLst>
      <p:ext uri="{BB962C8B-B14F-4D97-AF65-F5344CB8AC3E}">
        <p14:creationId xmlns:p14="http://schemas.microsoft.com/office/powerpoint/2010/main" val="3364516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us-titre 2">
            <a:extLst>
              <a:ext uri="{FF2B5EF4-FFF2-40B4-BE49-F238E27FC236}">
                <a16:creationId xmlns:a16="http://schemas.microsoft.com/office/drawing/2014/main" id="{EC4EBA10-3B22-E343-3DCA-946A99C28F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38612" y="1568721"/>
            <a:ext cx="3714749" cy="1062616"/>
          </a:xfrm>
        </p:spPr>
        <p:txBody>
          <a:bodyPr>
            <a:normAutofit/>
          </a:bodyPr>
          <a:lstStyle/>
          <a:p>
            <a:r>
              <a:rPr lang="fr-CH" dirty="0"/>
              <a:t>PRODUIT</a:t>
            </a:r>
          </a:p>
          <a:p>
            <a:r>
              <a:rPr lang="fr-CH" dirty="0"/>
              <a:t>bug</a:t>
            </a:r>
          </a:p>
        </p:txBody>
      </p:sp>
      <p:pic>
        <p:nvPicPr>
          <p:cNvPr id="6" name="Image 5" descr="Une image contenant ligne, symbole, art&#10;&#10;Description générée automatiquement">
            <a:extLst>
              <a:ext uri="{FF2B5EF4-FFF2-40B4-BE49-F238E27FC236}">
                <a16:creationId xmlns:a16="http://schemas.microsoft.com/office/drawing/2014/main" id="{C5DA33E7-9144-00E5-4784-05E26F918B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2546" y="0"/>
            <a:ext cx="2689454" cy="5400000"/>
          </a:xfrm>
          <a:prstGeom prst="rect">
            <a:avLst/>
          </a:prstGeom>
        </p:spPr>
      </p:pic>
      <p:pic>
        <p:nvPicPr>
          <p:cNvPr id="9" name="Image 8" descr="Une image contenant noir, obscurité, noir et blanc, lune&#10;&#10;Description générée automatiquement">
            <a:extLst>
              <a:ext uri="{FF2B5EF4-FFF2-40B4-BE49-F238E27FC236}">
                <a16:creationId xmlns:a16="http://schemas.microsoft.com/office/drawing/2014/main" id="{E3C6CF36-E993-6E41-ACFD-0294F93CA39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58000"/>
            <a:ext cx="1513476" cy="5400000"/>
          </a:xfrm>
          <a:prstGeom prst="rect">
            <a:avLst/>
          </a:prstGeom>
        </p:spPr>
      </p:pic>
      <p:sp>
        <p:nvSpPr>
          <p:cNvPr id="12" name="Titre 1">
            <a:extLst>
              <a:ext uri="{FF2B5EF4-FFF2-40B4-BE49-F238E27FC236}">
                <a16:creationId xmlns:a16="http://schemas.microsoft.com/office/drawing/2014/main" id="{7DB1E783-77A1-5014-023B-1ED0E167DF08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BILAN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0E712BE-B390-D236-41FC-4AD9079363C0}"/>
              </a:ext>
            </a:extLst>
          </p:cNvPr>
          <p:cNvSpPr/>
          <p:nvPr/>
        </p:nvSpPr>
        <p:spPr>
          <a:xfrm>
            <a:off x="5194301" y="1513477"/>
            <a:ext cx="180975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" name="Sous-titre 2">
            <a:extLst>
              <a:ext uri="{FF2B5EF4-FFF2-40B4-BE49-F238E27FC236}">
                <a16:creationId xmlns:a16="http://schemas.microsoft.com/office/drawing/2014/main" id="{3E73BB49-F760-2961-519A-3227C2CA5947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pic>
        <p:nvPicPr>
          <p:cNvPr id="7" name="Image 6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50EA0187-A0CA-B435-3E4C-88FF1FDEC31A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13" name="Image 12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AB164E88-D2C2-6204-20DD-9CFA1974700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59892" y="220938"/>
            <a:ext cx="281506" cy="281506"/>
          </a:xfrm>
          <a:prstGeom prst="rect">
            <a:avLst/>
          </a:prstGeom>
        </p:spPr>
      </p:pic>
      <p:pic>
        <p:nvPicPr>
          <p:cNvPr id="19" name="Image 18" descr="Une image contenant capture d’écran, texte, logiciel, Logiciel multimédia&#10;&#10;Description générée automatiquement">
            <a:extLst>
              <a:ext uri="{FF2B5EF4-FFF2-40B4-BE49-F238E27FC236}">
                <a16:creationId xmlns:a16="http://schemas.microsoft.com/office/drawing/2014/main" id="{A5A9EFEE-F463-B5C2-68AF-DCD8803C9B7A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01"/>
          <a:stretch/>
        </p:blipFill>
        <p:spPr>
          <a:xfrm>
            <a:off x="1431625" y="2659856"/>
            <a:ext cx="9328746" cy="2325333"/>
          </a:xfrm>
          <a:prstGeom prst="rect">
            <a:avLst/>
          </a:prstGeom>
        </p:spPr>
      </p:pic>
      <p:pic>
        <p:nvPicPr>
          <p:cNvPr id="21" name="Image 20" descr="Une image contenant capture d’écran, texte, logiciel, Logiciel multimédia&#10;&#10;Description générée automatiquement">
            <a:extLst>
              <a:ext uri="{FF2B5EF4-FFF2-40B4-BE49-F238E27FC236}">
                <a16:creationId xmlns:a16="http://schemas.microsoft.com/office/drawing/2014/main" id="{75A431D7-A0A0-B4C3-3382-53C16D2B62E8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65" r="305" b="1"/>
          <a:stretch/>
        </p:blipFill>
        <p:spPr>
          <a:xfrm>
            <a:off x="1431614" y="2659856"/>
            <a:ext cx="9328746" cy="213703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ACF629A-5531-0B1D-78A7-F7FB3AF2B4D7}"/>
              </a:ext>
            </a:extLst>
          </p:cNvPr>
          <p:cNvSpPr txBox="1"/>
          <p:nvPr/>
        </p:nvSpPr>
        <p:spPr>
          <a:xfrm>
            <a:off x="1431614" y="5166273"/>
            <a:ext cx="93287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CH" dirty="0"/>
              <a:t>Bug Tab</a:t>
            </a:r>
          </a:p>
        </p:txBody>
      </p:sp>
    </p:spTree>
    <p:extLst>
      <p:ext uri="{BB962C8B-B14F-4D97-AF65-F5344CB8AC3E}">
        <p14:creationId xmlns:p14="http://schemas.microsoft.com/office/powerpoint/2010/main" val="13402230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 5" descr="Une image contenant ligne, symbole, art&#10;&#10;Description générée automatiquement">
            <a:extLst>
              <a:ext uri="{FF2B5EF4-FFF2-40B4-BE49-F238E27FC236}">
                <a16:creationId xmlns:a16="http://schemas.microsoft.com/office/drawing/2014/main" id="{C5DA33E7-9144-00E5-4784-05E26F918B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2546" y="0"/>
            <a:ext cx="2689454" cy="5400000"/>
          </a:xfrm>
          <a:prstGeom prst="rect">
            <a:avLst/>
          </a:prstGeom>
        </p:spPr>
      </p:pic>
      <p:pic>
        <p:nvPicPr>
          <p:cNvPr id="9" name="Image 8" descr="Une image contenant noir, obscurité, noir et blanc, lune&#10;&#10;Description générée automatiquement">
            <a:extLst>
              <a:ext uri="{FF2B5EF4-FFF2-40B4-BE49-F238E27FC236}">
                <a16:creationId xmlns:a16="http://schemas.microsoft.com/office/drawing/2014/main" id="{E3C6CF36-E993-6E41-ACFD-0294F93CA39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58000"/>
            <a:ext cx="1513476" cy="5400000"/>
          </a:xfrm>
          <a:prstGeom prst="rect">
            <a:avLst/>
          </a:prstGeom>
        </p:spPr>
      </p:pic>
      <p:sp>
        <p:nvSpPr>
          <p:cNvPr id="12" name="Titre 1">
            <a:extLst>
              <a:ext uri="{FF2B5EF4-FFF2-40B4-BE49-F238E27FC236}">
                <a16:creationId xmlns:a16="http://schemas.microsoft.com/office/drawing/2014/main" id="{7DB1E783-77A1-5014-023B-1ED0E167DF08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BILAN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0E712BE-B390-D236-41FC-4AD9079363C0}"/>
              </a:ext>
            </a:extLst>
          </p:cNvPr>
          <p:cNvSpPr/>
          <p:nvPr/>
        </p:nvSpPr>
        <p:spPr>
          <a:xfrm>
            <a:off x="5194301" y="1513477"/>
            <a:ext cx="180975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" name="Sous-titre 2">
            <a:extLst>
              <a:ext uri="{FF2B5EF4-FFF2-40B4-BE49-F238E27FC236}">
                <a16:creationId xmlns:a16="http://schemas.microsoft.com/office/drawing/2014/main" id="{3E73BB49-F760-2961-519A-3227C2CA5947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pic>
        <p:nvPicPr>
          <p:cNvPr id="7" name="Image 6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32B6B210-66C4-83B4-B321-C930DE002C2B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13" name="Image 12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ED3BD6F7-77F7-5B71-8494-2B39483A90E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59892" y="220938"/>
            <a:ext cx="281506" cy="281506"/>
          </a:xfrm>
          <a:prstGeom prst="rect">
            <a:avLst/>
          </a:prstGeom>
        </p:spPr>
      </p:pic>
      <p:grpSp>
        <p:nvGrpSpPr>
          <p:cNvPr id="24" name="Group 23">
            <a:extLst>
              <a:ext uri="{FF2B5EF4-FFF2-40B4-BE49-F238E27FC236}">
                <a16:creationId xmlns:a16="http://schemas.microsoft.com/office/drawing/2014/main" id="{3909022C-7041-D20A-3BE0-34E7D9F14F70}"/>
              </a:ext>
            </a:extLst>
          </p:cNvPr>
          <p:cNvGrpSpPr/>
          <p:nvPr/>
        </p:nvGrpSpPr>
        <p:grpSpPr>
          <a:xfrm>
            <a:off x="1513476" y="2814750"/>
            <a:ext cx="2060885" cy="2883408"/>
            <a:chOff x="1513476" y="2529000"/>
            <a:chExt cx="2060885" cy="2883408"/>
          </a:xfrm>
        </p:grpSpPr>
        <p:pic>
          <p:nvPicPr>
            <p:cNvPr id="17" name="Picture 16" descr="A orange key with a hole in the center&#10;&#10;AI-generated content may be incorrect.">
              <a:extLst>
                <a:ext uri="{FF2B5EF4-FFF2-40B4-BE49-F238E27FC236}">
                  <a16:creationId xmlns:a16="http://schemas.microsoft.com/office/drawing/2014/main" id="{F596001F-EFD9-A97C-B3C5-F99B86E8DF7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774361" y="2529000"/>
              <a:ext cx="1800000" cy="1800000"/>
            </a:xfrm>
            <a:prstGeom prst="rect">
              <a:avLst/>
            </a:prstGeom>
          </p:spPr>
        </p:pic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AC91AB45-8F2B-77C4-FEC2-72F5F57463D1}"/>
                </a:ext>
              </a:extLst>
            </p:cNvPr>
            <p:cNvSpPr txBox="1"/>
            <p:nvPr/>
          </p:nvSpPr>
          <p:spPr>
            <a:xfrm>
              <a:off x="1513476" y="4458301"/>
              <a:ext cx="2060885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CH" sz="2800" dirty="0"/>
                <a:t>Sécurisation du PAT</a:t>
              </a: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69C30C50-C9A2-2F56-C363-EEB5E8BA3A06}"/>
              </a:ext>
            </a:extLst>
          </p:cNvPr>
          <p:cNvGrpSpPr/>
          <p:nvPr/>
        </p:nvGrpSpPr>
        <p:grpSpPr>
          <a:xfrm>
            <a:off x="5065555" y="2814750"/>
            <a:ext cx="2060885" cy="2883408"/>
            <a:chOff x="5065555" y="2529000"/>
            <a:chExt cx="2060885" cy="2883408"/>
          </a:xfrm>
        </p:grpSpPr>
        <p:pic>
          <p:nvPicPr>
            <p:cNvPr id="14" name="Picture 13" descr="A black background with orange lines&#10;&#10;AI-generated content may be incorrect.">
              <a:extLst>
                <a:ext uri="{FF2B5EF4-FFF2-40B4-BE49-F238E27FC236}">
                  <a16:creationId xmlns:a16="http://schemas.microsoft.com/office/drawing/2014/main" id="{1C91B589-7DB4-8D62-8FF6-FAD16F3EBBB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204051" y="2529000"/>
              <a:ext cx="1800000" cy="1800000"/>
            </a:xfrm>
            <a:prstGeom prst="rect">
              <a:avLst/>
            </a:prstGeom>
          </p:spPr>
        </p:pic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D0FE85C6-31A0-4796-5F37-03A9F79D2A28}"/>
                </a:ext>
              </a:extLst>
            </p:cNvPr>
            <p:cNvSpPr txBox="1"/>
            <p:nvPr/>
          </p:nvSpPr>
          <p:spPr>
            <a:xfrm>
              <a:off x="5065555" y="4458301"/>
              <a:ext cx="2060885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CH" sz="2800" dirty="0"/>
                <a:t>Gestion Supprimés</a:t>
              </a: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2373BDCF-9005-204A-F324-42EA1540B167}"/>
              </a:ext>
            </a:extLst>
          </p:cNvPr>
          <p:cNvGrpSpPr/>
          <p:nvPr/>
        </p:nvGrpSpPr>
        <p:grpSpPr>
          <a:xfrm>
            <a:off x="8503298" y="2814750"/>
            <a:ext cx="2060885" cy="2818447"/>
            <a:chOff x="8503298" y="2529000"/>
            <a:chExt cx="2060885" cy="2818447"/>
          </a:xfrm>
        </p:grpSpPr>
        <p:pic>
          <p:nvPicPr>
            <p:cNvPr id="10" name="Picture 9" descr="A clock on a black background&#10;&#10;AI-generated content may be incorrect.">
              <a:extLst>
                <a:ext uri="{FF2B5EF4-FFF2-40B4-BE49-F238E27FC236}">
                  <a16:creationId xmlns:a16="http://schemas.microsoft.com/office/drawing/2014/main" id="{B60C74D6-1056-EA3B-8705-4E3A993647BF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633741" y="2529000"/>
              <a:ext cx="1800000" cy="1800000"/>
            </a:xfrm>
            <a:prstGeom prst="rect">
              <a:avLst/>
            </a:prstGeom>
          </p:spPr>
        </p:pic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3EB602C9-5D5D-5407-2888-73DA5031620C}"/>
                </a:ext>
              </a:extLst>
            </p:cNvPr>
            <p:cNvSpPr txBox="1"/>
            <p:nvPr/>
          </p:nvSpPr>
          <p:spPr>
            <a:xfrm>
              <a:off x="8503298" y="4393340"/>
              <a:ext cx="2060885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CH" sz="2800" dirty="0"/>
                <a:t>Filtre Temporel</a:t>
              </a:r>
            </a:p>
          </p:txBody>
        </p:sp>
      </p:grpSp>
      <p:sp>
        <p:nvSpPr>
          <p:cNvPr id="23" name="Sous-titre 2">
            <a:extLst>
              <a:ext uri="{FF2B5EF4-FFF2-40B4-BE49-F238E27FC236}">
                <a16:creationId xmlns:a16="http://schemas.microsoft.com/office/drawing/2014/main" id="{CCD03722-73CB-6769-8286-5313C929327E}"/>
              </a:ext>
            </a:extLst>
          </p:cNvPr>
          <p:cNvSpPr txBox="1">
            <a:spLocks/>
          </p:cNvSpPr>
          <p:nvPr/>
        </p:nvSpPr>
        <p:spPr>
          <a:xfrm>
            <a:off x="4238612" y="1568721"/>
            <a:ext cx="3714749" cy="10626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dirty="0"/>
              <a:t>PRODUIT</a:t>
            </a:r>
          </a:p>
          <a:p>
            <a:r>
              <a:rPr lang="fr-CH" dirty="0"/>
              <a:t>amélioration</a:t>
            </a:r>
          </a:p>
        </p:txBody>
      </p:sp>
    </p:spTree>
    <p:extLst>
      <p:ext uri="{BB962C8B-B14F-4D97-AF65-F5344CB8AC3E}">
        <p14:creationId xmlns:p14="http://schemas.microsoft.com/office/powerpoint/2010/main" val="377624505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 5" descr="Une image contenant ligne, symbole, art&#10;&#10;Description générée automatiquement">
            <a:extLst>
              <a:ext uri="{FF2B5EF4-FFF2-40B4-BE49-F238E27FC236}">
                <a16:creationId xmlns:a16="http://schemas.microsoft.com/office/drawing/2014/main" id="{C5DA33E7-9144-00E5-4784-05E26F918B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2546" y="0"/>
            <a:ext cx="2689454" cy="5400000"/>
          </a:xfrm>
          <a:prstGeom prst="rect">
            <a:avLst/>
          </a:prstGeom>
        </p:spPr>
      </p:pic>
      <p:pic>
        <p:nvPicPr>
          <p:cNvPr id="9" name="Image 8" descr="Une image contenant noir, obscurité, noir et blanc, lune&#10;&#10;Description générée automatiquement">
            <a:extLst>
              <a:ext uri="{FF2B5EF4-FFF2-40B4-BE49-F238E27FC236}">
                <a16:creationId xmlns:a16="http://schemas.microsoft.com/office/drawing/2014/main" id="{E3C6CF36-E993-6E41-ACFD-0294F93CA39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58000"/>
            <a:ext cx="1513476" cy="5400000"/>
          </a:xfrm>
          <a:prstGeom prst="rect">
            <a:avLst/>
          </a:prstGeom>
        </p:spPr>
      </p:pic>
      <p:sp>
        <p:nvSpPr>
          <p:cNvPr id="8" name="Titre 1">
            <a:extLst>
              <a:ext uri="{FF2B5EF4-FFF2-40B4-BE49-F238E27FC236}">
                <a16:creationId xmlns:a16="http://schemas.microsoft.com/office/drawing/2014/main" id="{E2260739-83C7-5D4B-6A3F-5A8F57952BEB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BILAN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BCC0C3A-A11A-4C31-734B-2037809C3D48}"/>
              </a:ext>
            </a:extLst>
          </p:cNvPr>
          <p:cNvSpPr/>
          <p:nvPr/>
        </p:nvSpPr>
        <p:spPr>
          <a:xfrm>
            <a:off x="5194301" y="1513477"/>
            <a:ext cx="180975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" name="Sous-titre 2">
            <a:extLst>
              <a:ext uri="{FF2B5EF4-FFF2-40B4-BE49-F238E27FC236}">
                <a16:creationId xmlns:a16="http://schemas.microsoft.com/office/drawing/2014/main" id="{0D6936E9-AD2C-87BD-C62B-ED59440A7FBC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pic>
        <p:nvPicPr>
          <p:cNvPr id="11" name="Image 10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C727C7C5-84EF-B869-EF89-9A5E6AA326A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12" name="Image 11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9310C2DE-10CC-78CF-903E-76138E493A1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59892" y="220938"/>
            <a:ext cx="281506" cy="281506"/>
          </a:xfrm>
          <a:prstGeom prst="rect">
            <a:avLst/>
          </a:prstGeom>
        </p:spPr>
      </p:pic>
      <p:pic>
        <p:nvPicPr>
          <p:cNvPr id="7" name="Picture 6" descr="A black background with orange letters&#10;&#10;AI-generated content may be incorrect.">
            <a:extLst>
              <a:ext uri="{FF2B5EF4-FFF2-40B4-BE49-F238E27FC236}">
                <a16:creationId xmlns:a16="http://schemas.microsoft.com/office/drawing/2014/main" id="{032BD3E7-A357-D8B8-2A1E-8B48801BAAA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7545" y="2788595"/>
            <a:ext cx="1800000" cy="1800000"/>
          </a:xfrm>
          <a:prstGeom prst="rect">
            <a:avLst/>
          </a:prstGeom>
        </p:spPr>
      </p:pic>
      <p:pic>
        <p:nvPicPr>
          <p:cNvPr id="27" name="Picture 26" descr="A blue background with white text&#10;&#10;AI-generated content may be incorrect.">
            <a:extLst>
              <a:ext uri="{FF2B5EF4-FFF2-40B4-BE49-F238E27FC236}">
                <a16:creationId xmlns:a16="http://schemas.microsoft.com/office/drawing/2014/main" id="{7D304506-BF52-54EB-3B04-C9A9FA9DBFD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04051" y="2819740"/>
            <a:ext cx="1800000" cy="1800000"/>
          </a:xfrm>
          <a:prstGeom prst="rect">
            <a:avLst/>
          </a:prstGeom>
        </p:spPr>
      </p:pic>
      <p:pic>
        <p:nvPicPr>
          <p:cNvPr id="28" name="Image 4" descr="Une image contenant Police, capture d’écran, Graphique, texte&#10;&#10;Description générée automatiquement">
            <a:extLst>
              <a:ext uri="{FF2B5EF4-FFF2-40B4-BE49-F238E27FC236}">
                <a16:creationId xmlns:a16="http://schemas.microsoft.com/office/drawing/2014/main" id="{7426B6A7-093A-E8FA-4267-13B2E8529CE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34455" y="2788595"/>
            <a:ext cx="1800000" cy="1800000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8B2A5217-ED40-CCE6-3E18-72C21C058B12}"/>
              </a:ext>
            </a:extLst>
          </p:cNvPr>
          <p:cNvSpPr txBox="1"/>
          <p:nvPr/>
        </p:nvSpPr>
        <p:spPr>
          <a:xfrm>
            <a:off x="1513476" y="4744051"/>
            <a:ext cx="20608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CH" sz="2800" dirty="0"/>
              <a:t>API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06216B8-7E5B-E8E8-31AF-3B79E8E38153}"/>
              </a:ext>
            </a:extLst>
          </p:cNvPr>
          <p:cNvSpPr txBox="1"/>
          <p:nvPr/>
        </p:nvSpPr>
        <p:spPr>
          <a:xfrm>
            <a:off x="5065555" y="4744051"/>
            <a:ext cx="20608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CH" sz="2800" dirty="0"/>
              <a:t>WPF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EDA23CC-10B8-410D-B5DE-5D23A90EF0FB}"/>
              </a:ext>
            </a:extLst>
          </p:cNvPr>
          <p:cNvSpPr txBox="1"/>
          <p:nvPr/>
        </p:nvSpPr>
        <p:spPr>
          <a:xfrm>
            <a:off x="8503298" y="4679090"/>
            <a:ext cx="206088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CH" sz="2800" dirty="0"/>
              <a:t>Génération PDF</a:t>
            </a:r>
          </a:p>
        </p:txBody>
      </p:sp>
      <p:sp>
        <p:nvSpPr>
          <p:cNvPr id="20" name="Sous-titre 2">
            <a:extLst>
              <a:ext uri="{FF2B5EF4-FFF2-40B4-BE49-F238E27FC236}">
                <a16:creationId xmlns:a16="http://schemas.microsoft.com/office/drawing/2014/main" id="{241134A0-DC48-CDCD-128B-307201926FFA}"/>
              </a:ext>
            </a:extLst>
          </p:cNvPr>
          <p:cNvSpPr txBox="1">
            <a:spLocks/>
          </p:cNvSpPr>
          <p:nvPr/>
        </p:nvSpPr>
        <p:spPr>
          <a:xfrm>
            <a:off x="4238612" y="1568721"/>
            <a:ext cx="3714749" cy="10626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dirty="0"/>
              <a:t>PERSONEL</a:t>
            </a:r>
          </a:p>
        </p:txBody>
      </p:sp>
    </p:spTree>
    <p:extLst>
      <p:ext uri="{BB962C8B-B14F-4D97-AF65-F5344CB8AC3E}">
        <p14:creationId xmlns:p14="http://schemas.microsoft.com/office/powerpoint/2010/main" val="293555978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Image 17" descr="Une image contenant ligne, symbole, art&#10;&#10;Description générée automatiquement">
            <a:extLst>
              <a:ext uri="{FF2B5EF4-FFF2-40B4-BE49-F238E27FC236}">
                <a16:creationId xmlns:a16="http://schemas.microsoft.com/office/drawing/2014/main" id="{46D74A18-0D41-0849-4E11-7B843C85CD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2689453" cy="5400000"/>
          </a:xfrm>
          <a:prstGeom prst="rect">
            <a:avLst/>
          </a:prstGeom>
        </p:spPr>
      </p:pic>
      <p:pic>
        <p:nvPicPr>
          <p:cNvPr id="19" name="Image 18" descr="Une image contenant noir, obscurité, noir et blanc, monochrome&#10;&#10;Description générée automatiquement">
            <a:extLst>
              <a:ext uri="{FF2B5EF4-FFF2-40B4-BE49-F238E27FC236}">
                <a16:creationId xmlns:a16="http://schemas.microsoft.com/office/drawing/2014/main" id="{BB17063D-3505-69F8-F411-E34A27F8F70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78524" y="1458000"/>
            <a:ext cx="1513476" cy="5400000"/>
          </a:xfrm>
          <a:prstGeom prst="rect">
            <a:avLst/>
          </a:prstGeom>
        </p:spPr>
      </p:pic>
      <p:sp>
        <p:nvSpPr>
          <p:cNvPr id="25" name="Titre 1">
            <a:extLst>
              <a:ext uri="{FF2B5EF4-FFF2-40B4-BE49-F238E27FC236}">
                <a16:creationId xmlns:a16="http://schemas.microsoft.com/office/drawing/2014/main" id="{37E096F8-08C4-7DEC-02E6-27494C264359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QUESTIONS</a:t>
            </a:r>
          </a:p>
        </p:txBody>
      </p:sp>
      <p:pic>
        <p:nvPicPr>
          <p:cNvPr id="27" name="Image 26" descr="Une image contenant Graphique&#10;&#10;Description générée automatiquement">
            <a:extLst>
              <a:ext uri="{FF2B5EF4-FFF2-40B4-BE49-F238E27FC236}">
                <a16:creationId xmlns:a16="http://schemas.microsoft.com/office/drawing/2014/main" id="{852C1283-6BA8-1F38-8CD9-7D3D446D057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39057" y="1797019"/>
            <a:ext cx="3713883" cy="3713883"/>
          </a:xfrm>
          <a:prstGeom prst="rect">
            <a:avLst/>
          </a:prstGeom>
        </p:spPr>
      </p:pic>
      <p:sp>
        <p:nvSpPr>
          <p:cNvPr id="28" name="Rectangle 27">
            <a:extLst>
              <a:ext uri="{FF2B5EF4-FFF2-40B4-BE49-F238E27FC236}">
                <a16:creationId xmlns:a16="http://schemas.microsoft.com/office/drawing/2014/main" id="{650C529D-6D1B-7B36-D4C9-A72BE05C4428}"/>
              </a:ext>
            </a:extLst>
          </p:cNvPr>
          <p:cNvSpPr/>
          <p:nvPr/>
        </p:nvSpPr>
        <p:spPr>
          <a:xfrm>
            <a:off x="4272180" y="1513477"/>
            <a:ext cx="364764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" name="Sous-titre 2">
            <a:extLst>
              <a:ext uri="{FF2B5EF4-FFF2-40B4-BE49-F238E27FC236}">
                <a16:creationId xmlns:a16="http://schemas.microsoft.com/office/drawing/2014/main" id="{90D80FA4-C769-F868-2F4B-893E978FFAE6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pic>
        <p:nvPicPr>
          <p:cNvPr id="4" name="Image 3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3C6B7690-86B2-D07F-D373-0A5F3CEEEAA4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5" name="Image 4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AFF35ECC-70A0-B496-A27A-78FD197C752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04382" y="220938"/>
            <a:ext cx="281506" cy="281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192257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1312</TotalTime>
  <Words>657</Words>
  <Application>Microsoft Office PowerPoint</Application>
  <PresentationFormat>Widescreen</PresentationFormat>
  <Paragraphs>152</Paragraphs>
  <Slides>35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9" baseType="lpstr">
      <vt:lpstr>Arial</vt:lpstr>
      <vt:lpstr>Calibri</vt:lpstr>
      <vt:lpstr>Calibri Light</vt:lpstr>
      <vt:lpstr>Thème Office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DGEP - Etat de Vaud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Morgan Dimitri Dussault</dc:creator>
  <cp:lastModifiedBy>Morgan Dimitri Dussault</cp:lastModifiedBy>
  <cp:revision>229</cp:revision>
  <dcterms:created xsi:type="dcterms:W3CDTF">2025-06-04T06:26:03Z</dcterms:created>
  <dcterms:modified xsi:type="dcterms:W3CDTF">2025-06-09T10:24:06Z</dcterms:modified>
</cp:coreProperties>
</file>