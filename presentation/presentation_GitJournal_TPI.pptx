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58" r:id="rId5"/>
    <p:sldId id="257" r:id="rId6"/>
    <p:sldId id="262" r:id="rId7"/>
    <p:sldId id="269" r:id="rId8"/>
    <p:sldId id="270" r:id="rId9"/>
    <p:sldId id="271" r:id="rId10"/>
    <p:sldId id="261" r:id="rId11"/>
    <p:sldId id="263" r:id="rId12"/>
    <p:sldId id="259" r:id="rId13"/>
    <p:sldId id="264" r:id="rId14"/>
    <p:sldId id="272" r:id="rId15"/>
    <p:sldId id="266" r:id="rId16"/>
    <p:sldId id="265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8124"/>
    <a:srgbClr val="FFFFFF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93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69-4506-BBE0-F695216B28C0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369-4506-BBE0-F695216B28C0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369-4506-BBE0-F695216B28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04.06.2025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1E35CE2D-0794-7D12-C589-6917E253B88F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4674652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/>
          <a:stretch/>
        </p:blipFill>
        <p:spPr>
          <a:xfrm>
            <a:off x="2667000" y="1771250"/>
            <a:ext cx="6858000" cy="5048250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366F0D0D-0BB9-814D-CC78-68A0A0C2D941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</a:t>
            </a:r>
          </a:p>
        </p:txBody>
      </p:sp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/>
    </mc:Choice>
    <mc:Fallback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366F0D0D-0BB9-814D-CC78-68A0A0C2D941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</a:t>
            </a:r>
          </a:p>
        </p:txBody>
      </p:sp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6732" y="6607746"/>
            <a:ext cx="4318534" cy="500508"/>
          </a:xfrm>
        </p:spPr>
        <p:txBody>
          <a:bodyPr>
            <a:normAutofit/>
          </a:bodyPr>
          <a:lstStyle/>
          <a:p>
            <a:r>
              <a:rPr lang="fr-CH" sz="900" dirty="0"/>
              <a:t>Morgan Dussault		presentation_GitJournal_TPI.pptx</a:t>
            </a:r>
          </a:p>
        </p:txBody>
      </p:sp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524635" y="2032926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44" y="2540482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147EE6-644D-17F5-39DE-AEF7A9343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346684"/>
            <a:ext cx="9144000" cy="1353905"/>
          </a:xfrm>
        </p:spPr>
        <p:txBody>
          <a:bodyPr>
            <a:normAutofit/>
          </a:bodyPr>
          <a:lstStyle/>
          <a:p>
            <a:r>
              <a:rPr lang="fr-CH" dirty="0"/>
              <a:t>SITUER PRODUIT</a:t>
            </a:r>
          </a:p>
        </p:txBody>
      </p:sp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B31B97E-26EB-3453-F649-3193C4E169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483617-D2CB-939D-F07F-93BD66F824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9992" y="6097149"/>
            <a:ext cx="414167" cy="4141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69982C4F-A2DE-C259-3447-9CD2B9C60A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5271" y="2540139"/>
            <a:ext cx="2214935" cy="2214935"/>
          </a:xfrm>
          <a:prstGeom prst="rect">
            <a:avLst/>
          </a:prstGeom>
        </p:spPr>
      </p:pic>
      <p:pic>
        <p:nvPicPr>
          <p:cNvPr id="21" name="Image 20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46FA3AAF-5369-8F4B-0FC0-E7EC41FACB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808" y="2062420"/>
            <a:ext cx="3170375" cy="317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101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2FCB3BED-AEFA-EA25-BC17-D4A74B904A8C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946A3196-12B9-CE45-A0C6-EEDA4B83B7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971" y="2174148"/>
            <a:ext cx="3170375" cy="317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428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2FCB3BED-AEFA-EA25-BC17-D4A74B904A8C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92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2FCB3BED-AEFA-EA25-BC17-D4A74B904A8C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39969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2FCB3BED-AEFA-EA25-BC17-D4A74B904A8C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F832D3EC-9E7D-41A6-A59C-0BE52A549C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3089" y="2959254"/>
            <a:ext cx="2028744" cy="2028744"/>
          </a:xfrm>
          <a:prstGeom prst="rect">
            <a:avLst/>
          </a:prstGeom>
        </p:spPr>
      </p:pic>
      <p:pic>
        <p:nvPicPr>
          <p:cNvPr id="17" name="Image 16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8F8761E9-D185-E581-5B2F-4EB5090429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46" y="2959255"/>
            <a:ext cx="2028743" cy="2028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474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sp>
        <p:nvSpPr>
          <p:cNvPr id="16" name="Sous-titre 2">
            <a:extLst>
              <a:ext uri="{FF2B5EF4-FFF2-40B4-BE49-F238E27FC236}">
                <a16:creationId xmlns:a16="http://schemas.microsoft.com/office/drawing/2014/main" id="{ACFE821A-568A-E00C-02D6-B623C2A2005C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8" name="Sous-titre 2">
            <a:extLst>
              <a:ext uri="{FF2B5EF4-FFF2-40B4-BE49-F238E27FC236}">
                <a16:creationId xmlns:a16="http://schemas.microsoft.com/office/drawing/2014/main" id="{5B40A034-ED92-F816-D763-89784967E92E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pic>
        <p:nvPicPr>
          <p:cNvPr id="25" name="Image 24" descr="Une image contenant cercle, Graphique&#10;&#10;Description générée automatiquement">
            <a:extLst>
              <a:ext uri="{FF2B5EF4-FFF2-40B4-BE49-F238E27FC236}">
                <a16:creationId xmlns:a16="http://schemas.microsoft.com/office/drawing/2014/main" id="{DC591F8E-1D1D-CDAC-CC18-3AACDE46FD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552" y="2321533"/>
            <a:ext cx="2214934" cy="2214934"/>
          </a:xfrm>
          <a:prstGeom prst="rect">
            <a:avLst/>
          </a:prstGeom>
        </p:spPr>
      </p:pic>
      <p:pic>
        <p:nvPicPr>
          <p:cNvPr id="27" name="Image 26" descr="Une image contenant orange, capture d’écran&#10;&#10;Description générée automatiquement">
            <a:extLst>
              <a:ext uri="{FF2B5EF4-FFF2-40B4-BE49-F238E27FC236}">
                <a16:creationId xmlns:a16="http://schemas.microsoft.com/office/drawing/2014/main" id="{F58E1771-26B2-6A75-EB9B-555CE62999F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9350" y="2460369"/>
            <a:ext cx="2141167" cy="214116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, obscurité&#10;&#10;Description générée automatiquement">
            <a:extLst>
              <a:ext uri="{FF2B5EF4-FFF2-40B4-BE49-F238E27FC236}">
                <a16:creationId xmlns:a16="http://schemas.microsoft.com/office/drawing/2014/main" id="{0811F0DB-194F-0C81-AA2A-8C3365932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1513477"/>
          </a:xfrm>
          <a:prstGeom prst="rect">
            <a:avLst/>
          </a:prstGeom>
        </p:spPr>
      </p:pic>
      <p:pic>
        <p:nvPicPr>
          <p:cNvPr id="12" name="Image 11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E5747CF6-4167-98C6-ECF7-B91657A1B1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5" name="Sous-titre 2">
            <a:extLst>
              <a:ext uri="{FF2B5EF4-FFF2-40B4-BE49-F238E27FC236}">
                <a16:creationId xmlns:a16="http://schemas.microsoft.com/office/drawing/2014/main" id="{4524F1B8-1DF5-1208-B312-71A2F5DE5F3C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DE2CAE-7762-D5C4-7B11-94184DF364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7" name="Image 1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968212-93B8-19A5-C195-3A00EED5B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208" y="6097149"/>
            <a:ext cx="414167" cy="414167"/>
          </a:xfrm>
          <a:prstGeom prst="rect">
            <a:avLst/>
          </a:prstGeom>
        </p:spPr>
      </p:pic>
      <p:sp>
        <p:nvSpPr>
          <p:cNvPr id="18" name="Titre 1">
            <a:extLst>
              <a:ext uri="{FF2B5EF4-FFF2-40B4-BE49-F238E27FC236}">
                <a16:creationId xmlns:a16="http://schemas.microsoft.com/office/drawing/2014/main" id="{5BA93479-4211-6A6F-2BBE-359536ACF542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79A980-A098-A6B1-6D33-7EB9A882D05E}"/>
              </a:ext>
            </a:extLst>
          </p:cNvPr>
          <p:cNvSpPr/>
          <p:nvPr/>
        </p:nvSpPr>
        <p:spPr>
          <a:xfrm>
            <a:off x="3936732" y="1513477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986517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EA251494-E35C-875B-4502-492421816527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6285839-40DB-0E9A-51B1-07ABF8B74C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EA251494-E35C-875B-4502-492421816527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6285839-40DB-0E9A-51B1-07ABF8B74C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F6498E7D-08DB-7496-F1F3-2931760C49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3643653"/>
              </p:ext>
            </p:extLst>
          </p:nvPr>
        </p:nvGraphicFramePr>
        <p:xfrm>
          <a:off x="3809999" y="2213088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441117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/>
              <a:t>PERSONEL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4" name="Sous-titre 2">
            <a:extLst>
              <a:ext uri="{FF2B5EF4-FFF2-40B4-BE49-F238E27FC236}">
                <a16:creationId xmlns:a16="http://schemas.microsoft.com/office/drawing/2014/main" id="{D45CB1EF-24EB-A709-2F17-FF136F7066EC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0AC3D-A3AF-2F1D-FB0F-9923A1CF3C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51D2DFC-B6F3-C720-4A07-4FD8F9A922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sp>
        <p:nvSpPr>
          <p:cNvPr id="20" name="Sous-titre 2">
            <a:extLst>
              <a:ext uri="{FF2B5EF4-FFF2-40B4-BE49-F238E27FC236}">
                <a16:creationId xmlns:a16="http://schemas.microsoft.com/office/drawing/2014/main" id="{FC7934DE-F894-16EB-13D8-93D185E3E3B3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6FB702-4155-2C96-4B7B-E7F6EBE5C7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22" name="Image 2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71BD2703-3EEC-8137-C172-A12E5253E1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68" y="6097149"/>
            <a:ext cx="414167" cy="414167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223</Words>
  <Application>Microsoft Office PowerPoint</Application>
  <PresentationFormat>Grand écran</PresentationFormat>
  <Paragraphs>52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SITUER PRODUIT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84</cp:revision>
  <dcterms:created xsi:type="dcterms:W3CDTF">2025-06-04T06:26:03Z</dcterms:created>
  <dcterms:modified xsi:type="dcterms:W3CDTF">2025-06-04T14:30:59Z</dcterms:modified>
</cp:coreProperties>
</file>