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67" r:id="rId3"/>
    <p:sldId id="268" r:id="rId4"/>
    <p:sldId id="258" r:id="rId5"/>
    <p:sldId id="273" r:id="rId6"/>
    <p:sldId id="274" r:id="rId7"/>
    <p:sldId id="257" r:id="rId8"/>
    <p:sldId id="275" r:id="rId9"/>
    <p:sldId id="262" r:id="rId10"/>
    <p:sldId id="271" r:id="rId11"/>
    <p:sldId id="276" r:id="rId12"/>
    <p:sldId id="261" r:id="rId13"/>
    <p:sldId id="283" r:id="rId14"/>
    <p:sldId id="286" r:id="rId15"/>
    <p:sldId id="284" r:id="rId16"/>
    <p:sldId id="285" r:id="rId17"/>
    <p:sldId id="281" r:id="rId18"/>
    <p:sldId id="282" r:id="rId19"/>
    <p:sldId id="277" r:id="rId20"/>
    <p:sldId id="263" r:id="rId21"/>
    <p:sldId id="280" r:id="rId22"/>
    <p:sldId id="278" r:id="rId23"/>
    <p:sldId id="259" r:id="rId24"/>
    <p:sldId id="279" r:id="rId25"/>
    <p:sldId id="264" r:id="rId26"/>
    <p:sldId id="266" r:id="rId27"/>
    <p:sldId id="265" r:id="rId2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8124"/>
    <a:srgbClr val="FFFFFF"/>
    <a:srgbClr val="FF84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pg66hua\Documents\GitHub\GitJournal\JDT\total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CH"/>
              <a:t>Heures réalisées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Feuil1!$C$15</c:f>
              <c:strCache>
                <c:ptCount val="1"/>
                <c:pt idx="0">
                  <c:v>CDC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Feuil1!$D$15:$G$15</c:f>
              <c:numCache>
                <c:formatCode>0.00%</c:formatCode>
                <c:ptCount val="4"/>
                <c:pt idx="0">
                  <c:v>0.3</c:v>
                </c:pt>
                <c:pt idx="1">
                  <c:v>0.4</c:v>
                </c:pt>
                <c:pt idx="2">
                  <c:v>0.15</c:v>
                </c:pt>
                <c:pt idx="3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47-4D3A-8731-D1A917E086B5}"/>
            </c:ext>
          </c:extLst>
        </c:ser>
        <c:ser>
          <c:idx val="1"/>
          <c:order val="1"/>
          <c:tx>
            <c:strRef>
              <c:f>Feuil1!$C$16</c:f>
              <c:strCache>
                <c:ptCount val="1"/>
                <c:pt idx="0">
                  <c:v>Planifiées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Feuil1!$D$16:$G$16</c:f>
              <c:numCache>
                <c:formatCode>0.00%</c:formatCode>
                <c:ptCount val="4"/>
                <c:pt idx="0">
                  <c:v>7.9545454545454544E-2</c:v>
                </c:pt>
                <c:pt idx="1">
                  <c:v>0.69318181818181823</c:v>
                </c:pt>
                <c:pt idx="2">
                  <c:v>2.2727272727272728E-2</c:v>
                </c:pt>
                <c:pt idx="3">
                  <c:v>0.20454545454545456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D47-4D3A-8731-D1A917E086B5}"/>
            </c:ext>
          </c:extLst>
        </c:ser>
        <c:ser>
          <c:idx val="2"/>
          <c:order val="2"/>
          <c:tx>
            <c:strRef>
              <c:f>Feuil1!$C$17</c:f>
              <c:strCache>
                <c:ptCount val="1"/>
                <c:pt idx="0">
                  <c:v>Réalisées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Feuil1!$D$17:$G$17</c:f>
              <c:numCache>
                <c:formatCode>0.00%</c:formatCode>
                <c:ptCount val="4"/>
                <c:pt idx="0">
                  <c:v>0.17386363636363636</c:v>
                </c:pt>
                <c:pt idx="1">
                  <c:v>0.42272727272727278</c:v>
                </c:pt>
                <c:pt idx="2">
                  <c:v>7.9545454545454544E-2</c:v>
                </c:pt>
                <c:pt idx="3">
                  <c:v>0.32386363636363635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D47-4D3A-8731-D1A917E086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725893568"/>
        <c:axId val="1139396336"/>
      </c:barChart>
      <c:catAx>
        <c:axId val="17258935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39396336"/>
        <c:crosses val="autoZero"/>
        <c:auto val="1"/>
        <c:lblAlgn val="ctr"/>
        <c:lblOffset val="100"/>
        <c:noMultiLvlLbl val="0"/>
      </c:catAx>
      <c:valAx>
        <c:axId val="1139396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725893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E29ADD-F2C6-419E-B747-3ED62F86C2AF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4998CF-2CC7-407F-B50B-26CA76AD23D9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71373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09773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0182B1-B344-BE29-83A0-A95EC423B0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7FBCD96-7A65-27F1-569F-9EBF47223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6290F3-31EE-271B-269C-50041AF7C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5C6B3B-02E5-027F-24F2-E84F52154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868106-3B67-D12A-6657-5CA6E36EA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0609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EAA9D9-41E7-03EC-556D-40CFB5FBB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CC289B-B224-4706-91AC-61ED263ED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82D50A-013F-1D66-1591-BA8D7AE49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EDF22AD-82DB-EB00-CAD6-17D52C157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1C4E3F-FDE6-29FD-CC97-FE41F26C2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62973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D464A2-F753-6ACC-E196-6F1500C09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5BA1B9-E219-D1BA-5CE1-7E0C7486E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0F3866E-A419-7FCC-6700-8976FEFED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8DA32D-F0D4-1B3F-7B39-B8A262F9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60BFE4-F353-2182-18EE-B820909D7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93973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8D6FF1-8411-EE24-642B-AB7274E8C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C96C14-7BFE-68F1-4260-71DD458746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6A0B05-2B6A-DBEF-72AD-AD9297BEB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0B2664-F3ED-9482-B8DC-E30E8810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BD163CD-0FDA-DBE4-B70B-5B483B59D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DB280C-4490-8336-494E-FFCD27F4C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4491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9B0DD6-E568-D096-5EE0-41AA2C98B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DA38754-4C73-8C0D-23E6-1BF8B9D9CD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D914FF-FCED-0048-85C3-DE5FBD92C6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1643CD5-5521-192D-703A-62A76CD4E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0785EE0-C104-1105-6D56-454E961757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2EBB912-0DF8-8A61-0176-2F477FC75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94DE8CC-5EFB-FD2E-4C0E-CEB65094C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9857BBB-2713-AFFA-80C3-EC1A018E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1432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F7E08B-C997-1B96-8575-7453284FE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EA6426F-6C36-F1A7-0C07-4AC9A9F7F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77A6233-AC5D-3080-2D3F-2CA51F158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58B27E2-4F02-A276-E237-FAB029144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92973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92CDFD9-5EF0-85C6-B28C-D84CA1F6F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BD24BD6-18B0-C584-9722-64C9ED15F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4BFE614-BBDD-722C-B9FF-207ABA981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57290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15A35-51ED-E1A4-8D66-F255F7928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22AA63-21AF-A0BF-EC41-88EF29949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913C69E-4F09-5A6D-134B-8131390D39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381B00-1E22-85AC-6912-568ABA077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8FC2EA-2A7F-BE46-707F-2E635FBD9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9E9D61-D8AA-7545-9087-93C35E0B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941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BE3A2C-4B22-1ED6-03A8-597FBDD2C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4D580A0-9A67-873C-8B11-3E562FE16D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0D432D-3365-335F-021A-1AE2750B00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8F1A48C-33FF-C8D3-131E-D81D6D7F1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5B37D69-DE84-19B7-126A-3E0664D63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D5882FB-D74D-5830-4CF6-7A0FD9197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63079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58C748-8630-B824-8DA9-C96D1BD2B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BB31D8-A616-FAC9-B2CA-D444B4FE9A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0A88DF-5FAB-0640-DEE9-32B260F81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CE7746-D08E-292B-3C22-642DC98CE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03EC5A-CD21-D2C5-39F7-BCD7CF429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84120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E6C8D96-D8DF-6CEB-3B66-37CC332AA1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CA81510-7378-6C92-856F-79C7A70E74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77624BA-DE93-38A9-1922-5F4473E3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3C52BB-99CD-0E03-088C-50026290E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1F3D9E6-35BE-095E-D884-CFDEE3480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4703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BE70792-38DF-AF61-97DB-503F23BBC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F309B79-7C6D-625F-67DD-70EC0BA49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4D10A7-1255-1B32-D08E-28D963F684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F0C823-2377-4ED2-D4FF-A9CBF97C3C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2D78B3-505A-C88B-B741-815233CB1D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47656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png"/><Relationship Id="rId7" Type="http://schemas.openxmlformats.org/officeDocument/2006/relationships/image" Target="../media/image15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4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2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8.png"/><Relationship Id="rId9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34.png"/><Relationship Id="rId3" Type="http://schemas.openxmlformats.org/officeDocument/2006/relationships/image" Target="../media/image9.png"/><Relationship Id="rId7" Type="http://schemas.openxmlformats.org/officeDocument/2006/relationships/image" Target="../media/image14.png"/><Relationship Id="rId12" Type="http://schemas.openxmlformats.org/officeDocument/2006/relationships/image" Target="../media/image3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32.png"/><Relationship Id="rId5" Type="http://schemas.openxmlformats.org/officeDocument/2006/relationships/image" Target="../media/image24.png"/><Relationship Id="rId10" Type="http://schemas.openxmlformats.org/officeDocument/2006/relationships/image" Target="../media/image31.png"/><Relationship Id="rId4" Type="http://schemas.openxmlformats.org/officeDocument/2006/relationships/image" Target="../media/image8.png"/><Relationship Id="rId9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4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8E55500A-0033-116F-9BE0-C9976B394B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AB71FBF5-7F21-9BBA-D6DD-93558DF48E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10" name="Sous-titre 2">
            <a:extLst>
              <a:ext uri="{FF2B5EF4-FFF2-40B4-BE49-F238E27FC236}">
                <a16:creationId xmlns:a16="http://schemas.microsoft.com/office/drawing/2014/main" id="{1E35CE2D-0794-7D12-C589-6917E253B88F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4BACEEB-F4B4-982D-81CB-EB95C40AED5C}"/>
              </a:ext>
            </a:extLst>
          </p:cNvPr>
          <p:cNvSpPr txBox="1"/>
          <p:nvPr/>
        </p:nvSpPr>
        <p:spPr>
          <a:xfrm>
            <a:off x="4377781" y="4674652"/>
            <a:ext cx="34364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400" dirty="0"/>
              <a:t>Morgan Dussault</a:t>
            </a:r>
          </a:p>
          <a:p>
            <a:pPr algn="ctr"/>
            <a:r>
              <a:rPr lang="fr-CH" sz="2400" dirty="0"/>
              <a:t>11.06.2025</a:t>
            </a:r>
          </a:p>
        </p:txBody>
      </p:sp>
      <p:pic>
        <p:nvPicPr>
          <p:cNvPr id="20" name="Image 19" descr="Une image contenant Police, noir, capture d’écran, Graphique&#10;&#10;Description générée automatiquement">
            <a:extLst>
              <a:ext uri="{FF2B5EF4-FFF2-40B4-BE49-F238E27FC236}">
                <a16:creationId xmlns:a16="http://schemas.microsoft.com/office/drawing/2014/main" id="{81C34B8E-423C-E40B-4DBE-39BE2CBC12C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389" b="4628"/>
          <a:stretch/>
        </p:blipFill>
        <p:spPr>
          <a:xfrm>
            <a:off x="2667000" y="1771250"/>
            <a:ext cx="6858000" cy="4730847"/>
          </a:xfrm>
          <a:prstGeom prst="rect">
            <a:avLst/>
          </a:prstGeom>
        </p:spPr>
      </p:pic>
      <p:pic>
        <p:nvPicPr>
          <p:cNvPr id="22" name="Image 21" descr="Une image contenant symbole, Graphique, dessin humoristique&#10;&#10;Description générée automatiquement">
            <a:extLst>
              <a:ext uri="{FF2B5EF4-FFF2-40B4-BE49-F238E27FC236}">
                <a16:creationId xmlns:a16="http://schemas.microsoft.com/office/drawing/2014/main" id="{01C5B55C-925D-486C-642D-2985C67E322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306"/>
          <a:stretch/>
        </p:blipFill>
        <p:spPr>
          <a:xfrm>
            <a:off x="2667000" y="-38500"/>
            <a:ext cx="6858000" cy="45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671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237C64FD-3945-4AA9-4AF1-1A55B8D50D03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0B7150A5-BB6D-E9A8-1A52-5F7D5FE72196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531658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295E64-1053-54E1-3681-0AAAECA5CB1D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AE11AB-F067-9B08-4268-5E06A77A1503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520310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-0.00023 L 0.00026 0.08866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830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noir, obscurité, noir et blanc, capture d’écran&#10;&#10;Description générée automatiquement">
            <a:extLst>
              <a:ext uri="{FF2B5EF4-FFF2-40B4-BE49-F238E27FC236}">
                <a16:creationId xmlns:a16="http://schemas.microsoft.com/office/drawing/2014/main" id="{0A0D8B72-0284-C392-CBE0-ADFC61A8A7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CA523A26-3833-20F2-9B94-531826390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7" y="1458000"/>
            <a:ext cx="2689453" cy="5400000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pic>
        <p:nvPicPr>
          <p:cNvPr id="23" name="Graphique 22">
            <a:extLst>
              <a:ext uri="{FF2B5EF4-FFF2-40B4-BE49-F238E27FC236}">
                <a16:creationId xmlns:a16="http://schemas.microsoft.com/office/drawing/2014/main" id="{183836DD-BC9F-3C6C-69BA-8DF578509D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8648760" y="238314"/>
            <a:ext cx="2125074" cy="2125074"/>
          </a:xfrm>
          <a:prstGeom prst="rect">
            <a:avLst/>
          </a:prstGeom>
        </p:spPr>
      </p:pic>
      <p:pic>
        <p:nvPicPr>
          <p:cNvPr id="25" name="Image 24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812DFDBD-D85D-8A81-C8B7-EFA584A2A1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712" y="920890"/>
            <a:ext cx="2125074" cy="2125074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1509558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0DBAE43-A862-9F52-9747-D1F7DEBC8D79}"/>
              </a:ext>
            </a:extLst>
          </p:cNvPr>
          <p:cNvSpPr txBox="1"/>
          <p:nvPr/>
        </p:nvSpPr>
        <p:spPr>
          <a:xfrm>
            <a:off x="2081465" y="3374806"/>
            <a:ext cx="80290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121024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SITUER PRODUIT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29D46FC-24DB-4896-E2E7-7243120905AB}"/>
              </a:ext>
            </a:extLst>
          </p:cNvPr>
          <p:cNvSpPr/>
          <p:nvPr/>
        </p:nvSpPr>
        <p:spPr>
          <a:xfrm>
            <a:off x="3470274" y="37169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8715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147EE6-644D-17F5-39DE-AEF7A9343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346684"/>
            <a:ext cx="9144000" cy="1353905"/>
          </a:xfrm>
        </p:spPr>
        <p:txBody>
          <a:bodyPr>
            <a:normAutofit/>
          </a:bodyPr>
          <a:lstStyle/>
          <a:p>
            <a:r>
              <a:rPr lang="fr-CH" dirty="0"/>
              <a:t>SITUER PRODUIT</a:t>
            </a:r>
          </a:p>
        </p:txBody>
      </p:sp>
      <p:pic>
        <p:nvPicPr>
          <p:cNvPr id="5" name="Image 4" descr="Une image contenant noir, obscurité, capture d’écran, noir et blanc&#10;&#10;Description générée automatiquement">
            <a:extLst>
              <a:ext uri="{FF2B5EF4-FFF2-40B4-BE49-F238E27FC236}">
                <a16:creationId xmlns:a16="http://schemas.microsoft.com/office/drawing/2014/main" id="{80C7AD50-D8E4-DB05-D139-A11DEA068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A748BF91-609C-9BCF-68D6-4EA9F006F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sp>
        <p:nvSpPr>
          <p:cNvPr id="12" name="Sous-titre 2">
            <a:extLst>
              <a:ext uri="{FF2B5EF4-FFF2-40B4-BE49-F238E27FC236}">
                <a16:creationId xmlns:a16="http://schemas.microsoft.com/office/drawing/2014/main" id="{B7D163EE-A4CF-88ED-D47E-1CA0B63ECD2D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13" name="Image 12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5B31B97E-26EB-3453-F649-3193C4E169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E483617-D2CB-939D-F07F-93BD66F824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9992" y="6097149"/>
            <a:ext cx="414167" cy="4141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CB36D02-E996-EE47-8382-1B9D84B95FC8}"/>
              </a:ext>
            </a:extLst>
          </p:cNvPr>
          <p:cNvSpPr/>
          <p:nvPr/>
        </p:nvSpPr>
        <p:spPr>
          <a:xfrm>
            <a:off x="3470275" y="15071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9" name="Image 18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69982C4F-A2DE-C259-3447-9CD2B9C60A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9803" y="1399236"/>
            <a:ext cx="2214935" cy="2214935"/>
          </a:xfrm>
          <a:prstGeom prst="rect">
            <a:avLst/>
          </a:prstGeom>
        </p:spPr>
      </p:pic>
      <p:pic>
        <p:nvPicPr>
          <p:cNvPr id="21" name="Image 20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46FA3AAF-5369-8F4B-0FC0-E7EC41FACB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21" y="-345220"/>
            <a:ext cx="3170375" cy="3170375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54BCAA91-0EAE-6D72-5259-A1311145D3CF}"/>
              </a:ext>
            </a:extLst>
          </p:cNvPr>
          <p:cNvSpPr txBox="1"/>
          <p:nvPr/>
        </p:nvSpPr>
        <p:spPr>
          <a:xfrm>
            <a:off x="1736890" y="2487713"/>
            <a:ext cx="73651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424101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17DA7F4-167D-E830-CCF1-BADBA9955836}"/>
              </a:ext>
            </a:extLst>
          </p:cNvPr>
          <p:cNvSpPr/>
          <p:nvPr/>
        </p:nvSpPr>
        <p:spPr>
          <a:xfrm>
            <a:off x="4717654" y="3713752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44567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5" name="Image 4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0F6636C6-19A5-C79C-1566-388A6A670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7FBD602F-A043-CADE-0E16-2DAC9F9E0A4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882CB9A-F1AC-FCED-87CE-DA5718F188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271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5B687986-A774-98F8-3B1A-8F6900F99F80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F024E5-E250-73D7-9E26-35C85BCF1592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9" name="Image 18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946A3196-12B9-CE45-A0C6-EEDA4B83B7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2749" y="2568980"/>
            <a:ext cx="3170375" cy="3170375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370D032E-814F-CABE-6ECA-B087471B7EDC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5DAEA58-5B75-2E2E-CD3A-0C4671231452}"/>
              </a:ext>
            </a:extLst>
          </p:cNvPr>
          <p:cNvSpPr txBox="1"/>
          <p:nvPr/>
        </p:nvSpPr>
        <p:spPr>
          <a:xfrm>
            <a:off x="1248765" y="1818425"/>
            <a:ext cx="69377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035428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5" name="Image 4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0F6636C6-19A5-C79C-1566-388A6A670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7FBD602F-A043-CADE-0E16-2DAC9F9E0A4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882CB9A-F1AC-FCED-87CE-DA5718F188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271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5B687986-A774-98F8-3B1A-8F6900F99F80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F024E5-E250-73D7-9E26-35C85BCF1592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4" name="Image 13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F832D3EC-9E7D-41A6-A59C-0BE52A549C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3089" y="2959254"/>
            <a:ext cx="2028744" cy="2028744"/>
          </a:xfrm>
          <a:prstGeom prst="rect">
            <a:avLst/>
          </a:prstGeom>
        </p:spPr>
      </p:pic>
      <p:pic>
        <p:nvPicPr>
          <p:cNvPr id="17" name="Image 16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8F8761E9-D185-E581-5B2F-4EB50904290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346" y="2959255"/>
            <a:ext cx="2028743" cy="2028743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6E227FD0-7542-E741-6A0F-54A6E7143EBF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2162474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8D3392A-2F12-5CCA-C69D-D80E80A616F8}"/>
              </a:ext>
            </a:extLst>
          </p:cNvPr>
          <p:cNvSpPr/>
          <p:nvPr/>
        </p:nvSpPr>
        <p:spPr>
          <a:xfrm>
            <a:off x="3334544" y="3705224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42510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5" name="Image 4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8466A9A8-9536-958C-36A0-FDD2ED8D811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4662746" y="2334868"/>
            <a:ext cx="2623430" cy="2617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530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D67A48-1C8E-D2F4-738B-099B314E3EB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" t="9772"/>
          <a:stretch/>
        </p:blipFill>
        <p:spPr bwMode="auto">
          <a:xfrm>
            <a:off x="2813434" y="2101928"/>
            <a:ext cx="6565127" cy="348287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7136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-3013" y="5340411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11" name="Image 10" descr="Une image contenant objet astronomique, cercle, Ambré, lune&#10;&#10;Description générée automatiquement">
            <a:extLst>
              <a:ext uri="{FF2B5EF4-FFF2-40B4-BE49-F238E27FC236}">
                <a16:creationId xmlns:a16="http://schemas.microsoft.com/office/drawing/2014/main" id="{0CAF27E0-F6CF-5141-4C50-BAD6D06583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145" y="2482537"/>
            <a:ext cx="1997155" cy="1997155"/>
          </a:xfrm>
          <a:prstGeom prst="rect">
            <a:avLst/>
          </a:prstGeom>
        </p:spPr>
      </p:pic>
      <p:pic>
        <p:nvPicPr>
          <p:cNvPr id="15" name="Image 14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E613DFB3-8E54-EE55-660F-F36C17F1BE4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0754" y="2228355"/>
            <a:ext cx="2517012" cy="2517012"/>
          </a:xfrm>
          <a:prstGeom prst="rect">
            <a:avLst/>
          </a:prstGeom>
        </p:spPr>
      </p:pic>
      <p:grpSp>
        <p:nvGrpSpPr>
          <p:cNvPr id="13" name="Groupe 12">
            <a:extLst>
              <a:ext uri="{FF2B5EF4-FFF2-40B4-BE49-F238E27FC236}">
                <a16:creationId xmlns:a16="http://schemas.microsoft.com/office/drawing/2014/main" id="{DA26C58E-0801-4EA9-A3EA-1CCE15CF822E}"/>
              </a:ext>
            </a:extLst>
          </p:cNvPr>
          <p:cNvGrpSpPr/>
          <p:nvPr/>
        </p:nvGrpSpPr>
        <p:grpSpPr>
          <a:xfrm>
            <a:off x="2074740" y="3708506"/>
            <a:ext cx="767560" cy="1062103"/>
            <a:chOff x="3157315" y="3712132"/>
            <a:chExt cx="767560" cy="1062103"/>
          </a:xfrm>
        </p:grpSpPr>
        <p:pic>
          <p:nvPicPr>
            <p:cNvPr id="5" name="Image 4" descr="Une image contenant dessin humoristique, créativité&#10;&#10;Description générée automatiquement avec une confiance moyenne">
              <a:extLst>
                <a:ext uri="{FF2B5EF4-FFF2-40B4-BE49-F238E27FC236}">
                  <a16:creationId xmlns:a16="http://schemas.microsoft.com/office/drawing/2014/main" id="{52EA75EA-8945-DEB2-C397-81B1BCB16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57315" y="3712132"/>
              <a:ext cx="767560" cy="767560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BD4177D9-AE42-0646-112B-130C730DFD9C}"/>
                </a:ext>
              </a:extLst>
            </p:cNvPr>
            <p:cNvSpPr txBox="1"/>
            <p:nvPr/>
          </p:nvSpPr>
          <p:spPr>
            <a:xfrm>
              <a:off x="3245929" y="4404903"/>
              <a:ext cx="5903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dirty="0"/>
                <a:t>PAT</a:t>
              </a:r>
            </a:p>
          </p:txBody>
        </p:sp>
      </p:grp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6DC92DC1-BE17-F969-727D-DE4BDD466E3A}"/>
              </a:ext>
            </a:extLst>
          </p:cNvPr>
          <p:cNvCxnSpPr>
            <a:cxnSpLocks/>
          </p:cNvCxnSpPr>
          <p:nvPr/>
        </p:nvCxnSpPr>
        <p:spPr>
          <a:xfrm>
            <a:off x="6339840" y="3481114"/>
            <a:ext cx="1566924" cy="503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DC877674-C4D5-4DDC-D465-F6FDFD63E4B2}"/>
              </a:ext>
            </a:extLst>
          </p:cNvPr>
          <p:cNvGrpSpPr/>
          <p:nvPr/>
        </p:nvGrpSpPr>
        <p:grpSpPr>
          <a:xfrm>
            <a:off x="8013444" y="2642138"/>
            <a:ext cx="1688024" cy="2038277"/>
            <a:chOff x="8013444" y="2642138"/>
            <a:chExt cx="1688024" cy="2038277"/>
          </a:xfrm>
        </p:grpSpPr>
        <p:pic>
          <p:nvPicPr>
            <p:cNvPr id="21" name="Image 20" descr="Une image contenant symbole, conception&#10;&#10;Description générée automatiquement">
              <a:extLst>
                <a:ext uri="{FF2B5EF4-FFF2-40B4-BE49-F238E27FC236}">
                  <a16:creationId xmlns:a16="http://schemas.microsoft.com/office/drawing/2014/main" id="{0EFE59EF-0BE2-E277-86C8-FE881AEE3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13444" y="2642138"/>
              <a:ext cx="1688024" cy="168802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5B71E591-B0F3-ABFE-681A-CC6C16DD3C47}"/>
                </a:ext>
              </a:extLst>
            </p:cNvPr>
            <p:cNvSpPr txBox="1"/>
            <p:nvPr/>
          </p:nvSpPr>
          <p:spPr>
            <a:xfrm>
              <a:off x="8013444" y="4311083"/>
              <a:ext cx="16880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dirty="0"/>
                <a:t>Morgan-DD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5831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44444E-6 L 0.28841 0.00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1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5" name="Graphique 4">
            <a:extLst>
              <a:ext uri="{FF2B5EF4-FFF2-40B4-BE49-F238E27FC236}">
                <a16:creationId xmlns:a16="http://schemas.microsoft.com/office/drawing/2014/main" id="{C24BDAC2-D49D-7F35-5E51-24CCFB6D34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8913" y="73303"/>
            <a:ext cx="1671630" cy="167163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E6D44E2-3641-FE95-4958-82BDCB85B9D3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3954"/>
          <a:stretch/>
        </p:blipFill>
        <p:spPr>
          <a:xfrm>
            <a:off x="2315247" y="2323075"/>
            <a:ext cx="1934498" cy="3057952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8B416EF2-6559-FD7B-BE85-56B5588F7402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14599"/>
          <a:stretch/>
        </p:blipFill>
        <p:spPr>
          <a:xfrm>
            <a:off x="7030903" y="2251627"/>
            <a:ext cx="1846780" cy="320084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AE183BBB-535D-8043-B60C-A2949A15C458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r="25873"/>
          <a:stretch/>
        </p:blipFill>
        <p:spPr>
          <a:xfrm>
            <a:off x="415196" y="2375469"/>
            <a:ext cx="1723022" cy="2953162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1DF8222A-6A88-C337-8472-2C7C8CA4F5A0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874"/>
          <a:stretch/>
        </p:blipFill>
        <p:spPr>
          <a:xfrm>
            <a:off x="4579109" y="1903919"/>
            <a:ext cx="2232722" cy="3896269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0D8CE54B-9632-7254-D0BE-7384603B52C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37056" y="2708893"/>
            <a:ext cx="1819529" cy="228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12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D67A48-1C8E-D2F4-738B-099B314E3EB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" t="9772"/>
          <a:stretch/>
        </p:blipFill>
        <p:spPr bwMode="auto">
          <a:xfrm>
            <a:off x="2813434" y="2101928"/>
            <a:ext cx="6565127" cy="348287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025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59959" y="1572451"/>
            <a:ext cx="3272080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Affichage et modification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8952A9-5E0B-C950-D78F-E7EFC4B5D828}"/>
              </a:ext>
            </a:extLst>
          </p:cNvPr>
          <p:cNvSpPr txBox="1"/>
          <p:nvPr/>
        </p:nvSpPr>
        <p:spPr>
          <a:xfrm>
            <a:off x="1473478" y="2114716"/>
            <a:ext cx="80290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Montrer le JDT affiché</a:t>
            </a:r>
          </a:p>
          <a:p>
            <a:r>
              <a:rPr lang="fr-CH" dirty="0"/>
              <a:t>- parler du fichier </a:t>
            </a:r>
            <a:r>
              <a:rPr lang="fr-CH" dirty="0" err="1"/>
              <a:t>GitJ</a:t>
            </a:r>
            <a:endParaRPr lang="fr-CH" dirty="0"/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3787448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34544" y="1568721"/>
            <a:ext cx="5522912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PDF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4426294-3814-5C9B-51D1-8FBD5441BBC8}"/>
              </a:ext>
            </a:extLst>
          </p:cNvPr>
          <p:cNvSpPr txBox="1"/>
          <p:nvPr/>
        </p:nvSpPr>
        <p:spPr>
          <a:xfrm>
            <a:off x="1473478" y="2114716"/>
            <a:ext cx="80290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6803885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BF1F81-7AF2-989A-742F-26483CCDE3BD}"/>
              </a:ext>
            </a:extLst>
          </p:cNvPr>
          <p:cNvSpPr/>
          <p:nvPr/>
        </p:nvSpPr>
        <p:spPr>
          <a:xfrm>
            <a:off x="3749674" y="3713752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25896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9DEBA62-291A-5582-5B24-9B791CD2F98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20" name="Image 1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2D21A65-FE9B-D97D-49E3-BD3EB0505C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363" y="6097149"/>
            <a:ext cx="414167" cy="414167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pic>
        <p:nvPicPr>
          <p:cNvPr id="25" name="Image 24" descr="Une image contenant cercle, Graphique&#10;&#10;Description générée automatiquement">
            <a:extLst>
              <a:ext uri="{FF2B5EF4-FFF2-40B4-BE49-F238E27FC236}">
                <a16:creationId xmlns:a16="http://schemas.microsoft.com/office/drawing/2014/main" id="{DC591F8E-1D1D-CDAC-CC18-3AACDE46FD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552" y="2321533"/>
            <a:ext cx="2214934" cy="2214934"/>
          </a:xfrm>
          <a:prstGeom prst="rect">
            <a:avLst/>
          </a:prstGeom>
        </p:spPr>
      </p:pic>
      <p:pic>
        <p:nvPicPr>
          <p:cNvPr id="27" name="Image 26" descr="Une image contenant orange, capture d’écran&#10;&#10;Description générée automatiquement">
            <a:extLst>
              <a:ext uri="{FF2B5EF4-FFF2-40B4-BE49-F238E27FC236}">
                <a16:creationId xmlns:a16="http://schemas.microsoft.com/office/drawing/2014/main" id="{F58E1771-26B2-6A75-EB9B-555CE62999F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9350" y="2460369"/>
            <a:ext cx="2141167" cy="2141167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22645032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9DEBA62-291A-5582-5B24-9B791CD2F98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20" name="Image 1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2D21A65-FE9B-D97D-49E3-BD3EB0505C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363" y="6097149"/>
            <a:ext cx="414167" cy="414167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1700F490-9370-867A-E434-4CD03FC273F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1296538"/>
              </p:ext>
            </p:extLst>
          </p:nvPr>
        </p:nvGraphicFramePr>
        <p:xfrm>
          <a:off x="3481387" y="1953932"/>
          <a:ext cx="5229226" cy="31592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7415160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 CLE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9A1F323-0716-5C66-C4FB-FB83FA90B031}"/>
              </a:ext>
            </a:extLst>
          </p:cNvPr>
          <p:cNvSpPr/>
          <p:nvPr/>
        </p:nvSpPr>
        <p:spPr>
          <a:xfrm>
            <a:off x="3936732" y="3713752"/>
            <a:ext cx="43185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45482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, obscurité&#10;&#10;Description générée automatiquement">
            <a:extLst>
              <a:ext uri="{FF2B5EF4-FFF2-40B4-BE49-F238E27FC236}">
                <a16:creationId xmlns:a16="http://schemas.microsoft.com/office/drawing/2014/main" id="{0811F0DB-194F-0C81-AA2A-8C3365932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1513477"/>
          </a:xfrm>
          <a:prstGeom prst="rect">
            <a:avLst/>
          </a:prstGeom>
        </p:spPr>
      </p:pic>
      <p:pic>
        <p:nvPicPr>
          <p:cNvPr id="12" name="Image 11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E5747CF6-4167-98C6-ECF7-B91657A1B1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pic>
        <p:nvPicPr>
          <p:cNvPr id="16" name="Image 1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D9DE2CAE-7762-D5C4-7B11-94184DF364B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7" name="Image 1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B968212-93B8-19A5-C195-3A00EED5BD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208" y="6097149"/>
            <a:ext cx="414167" cy="414167"/>
          </a:xfrm>
          <a:prstGeom prst="rect">
            <a:avLst/>
          </a:prstGeom>
        </p:spPr>
      </p:pic>
      <p:sp>
        <p:nvSpPr>
          <p:cNvPr id="18" name="Titre 1">
            <a:extLst>
              <a:ext uri="{FF2B5EF4-FFF2-40B4-BE49-F238E27FC236}">
                <a16:creationId xmlns:a16="http://schemas.microsoft.com/office/drawing/2014/main" id="{5BA93479-4211-6A6F-2BBE-359536ACF542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 CLE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79A980-A098-A6B1-6D33-7EB9A882D05E}"/>
              </a:ext>
            </a:extLst>
          </p:cNvPr>
          <p:cNvSpPr/>
          <p:nvPr/>
        </p:nvSpPr>
        <p:spPr>
          <a:xfrm>
            <a:off x="3936732" y="1513477"/>
            <a:ext cx="43185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E6FF8439-5A98-B656-F382-D62AAF3E6E63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73B1F2E-9B90-1BE4-26A1-4C41D8C06636}"/>
              </a:ext>
            </a:extLst>
          </p:cNvPr>
          <p:cNvSpPr txBox="1"/>
          <p:nvPr/>
        </p:nvSpPr>
        <p:spPr>
          <a:xfrm>
            <a:off x="1473478" y="2114716"/>
            <a:ext cx="80290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986517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EC77E4D-2F83-558C-8106-F85CA83ADBF7}"/>
              </a:ext>
            </a:extLst>
          </p:cNvPr>
          <p:cNvSpPr/>
          <p:nvPr/>
        </p:nvSpPr>
        <p:spPr>
          <a:xfrm>
            <a:off x="5194301" y="3713752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CBADE01-DAFC-E6F5-DC56-1DDB732B62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82522" y="437679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8108891E-0461-5DC1-C82F-C26D89E1A59D}"/>
              </a:ext>
            </a:extLst>
          </p:cNvPr>
          <p:cNvSpPr txBox="1">
            <a:spLocks/>
          </p:cNvSpPr>
          <p:nvPr/>
        </p:nvSpPr>
        <p:spPr>
          <a:xfrm>
            <a:off x="6095999" y="4376791"/>
            <a:ext cx="1513477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PERSONEL</a:t>
            </a:r>
          </a:p>
        </p:txBody>
      </p:sp>
    </p:spTree>
    <p:extLst>
      <p:ext uri="{BB962C8B-B14F-4D97-AF65-F5344CB8AC3E}">
        <p14:creationId xmlns:p14="http://schemas.microsoft.com/office/powerpoint/2010/main" val="1230363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9100DAA8-B6AC-2D80-9469-84B6449DF94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1" name="Image 1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6285839-40DB-0E9A-51B1-07ABF8B74C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843" y="6097149"/>
            <a:ext cx="414167" cy="414167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4659154-6BAE-D2F0-477F-5E1AC1B01135}"/>
              </a:ext>
            </a:extLst>
          </p:cNvPr>
          <p:cNvSpPr txBox="1"/>
          <p:nvPr/>
        </p:nvSpPr>
        <p:spPr>
          <a:xfrm>
            <a:off x="1473478" y="2114716"/>
            <a:ext cx="80290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364516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5" name="Image 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210AC3D-A3AF-2F1D-FB0F-9923A1CF3C3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B51D2DFC-B6F3-C720-4A07-4FD8F9A922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843" y="6097149"/>
            <a:ext cx="414167" cy="414167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E2260739-83C7-5D4B-6A3F-5A8F57952BEB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CC0C3A-A11A-4C31-734B-2037809C3D48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0D6936E9-AD2C-87BD-C62B-ED59440A7FBC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BC5C4456-88DC-152C-8A84-F4235E658B30}"/>
              </a:ext>
            </a:extLst>
          </p:cNvPr>
          <p:cNvSpPr txBox="1">
            <a:spLocks/>
          </p:cNvSpPr>
          <p:nvPr/>
        </p:nvSpPr>
        <p:spPr>
          <a:xfrm>
            <a:off x="5339260" y="1568721"/>
            <a:ext cx="1513477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PERSONEL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6F6BB76-741D-F9C7-31AF-C31350B45C5A}"/>
              </a:ext>
            </a:extLst>
          </p:cNvPr>
          <p:cNvSpPr txBox="1"/>
          <p:nvPr/>
        </p:nvSpPr>
        <p:spPr>
          <a:xfrm>
            <a:off x="1473478" y="2114716"/>
            <a:ext cx="80290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9355597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6D74A18-0D41-0849-4E11-7B843C85CD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BB17063D-3505-69F8-F411-E34A27F8F7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896FB702-4155-2C96-4B7B-E7F6EBE5C7A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22" name="Image 21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71BD2703-3EEC-8137-C172-A12E5253E1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68" y="6097149"/>
            <a:ext cx="414167" cy="414167"/>
          </a:xfrm>
          <a:prstGeom prst="rect">
            <a:avLst/>
          </a:prstGeom>
        </p:spPr>
      </p:pic>
      <p:sp>
        <p:nvSpPr>
          <p:cNvPr id="25" name="Titre 1">
            <a:extLst>
              <a:ext uri="{FF2B5EF4-FFF2-40B4-BE49-F238E27FC236}">
                <a16:creationId xmlns:a16="http://schemas.microsoft.com/office/drawing/2014/main" id="{37E096F8-08C4-7DEC-02E6-27494C264359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QUESTIONS</a:t>
            </a:r>
          </a:p>
        </p:txBody>
      </p:sp>
      <p:pic>
        <p:nvPicPr>
          <p:cNvPr id="27" name="Image 26" descr="Une image contenant Graphique&#10;&#10;Description générée automatiquement">
            <a:extLst>
              <a:ext uri="{FF2B5EF4-FFF2-40B4-BE49-F238E27FC236}">
                <a16:creationId xmlns:a16="http://schemas.microsoft.com/office/drawing/2014/main" id="{852C1283-6BA8-1F38-8CD9-7D3D446D05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057" y="1797019"/>
            <a:ext cx="3713883" cy="371388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650C529D-6D1B-7B36-D4C9-A72BE05C4428}"/>
              </a:ext>
            </a:extLst>
          </p:cNvPr>
          <p:cNvSpPr/>
          <p:nvPr/>
        </p:nvSpPr>
        <p:spPr>
          <a:xfrm>
            <a:off x="4272180" y="1513477"/>
            <a:ext cx="364764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90D80FA4-C769-F868-2F4B-893E978FFAE6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349192257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674</TotalTime>
  <Words>484</Words>
  <Application>Microsoft Office PowerPoint</Application>
  <PresentationFormat>Grand écran</PresentationFormat>
  <Paragraphs>103</Paragraphs>
  <Slides>27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SITUER PRODUIT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Morgan Dimitri Dussault</dc:creator>
  <cp:lastModifiedBy>Morgan Dimitri Dussault</cp:lastModifiedBy>
  <cp:revision>122</cp:revision>
  <dcterms:created xsi:type="dcterms:W3CDTF">2025-06-04T06:26:03Z</dcterms:created>
  <dcterms:modified xsi:type="dcterms:W3CDTF">2025-06-05T14:34:21Z</dcterms:modified>
</cp:coreProperties>
</file>