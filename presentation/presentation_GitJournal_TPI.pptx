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67" r:id="rId3"/>
    <p:sldId id="268" r:id="rId4"/>
    <p:sldId id="258" r:id="rId5"/>
    <p:sldId id="273" r:id="rId6"/>
    <p:sldId id="274" r:id="rId7"/>
    <p:sldId id="291" r:id="rId8"/>
    <p:sldId id="275" r:id="rId9"/>
    <p:sldId id="283" r:id="rId10"/>
    <p:sldId id="286" r:id="rId11"/>
    <p:sldId id="281" r:id="rId12"/>
    <p:sldId id="282" r:id="rId13"/>
    <p:sldId id="276" r:id="rId14"/>
    <p:sldId id="261" r:id="rId15"/>
    <p:sldId id="284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294" r:id="rId24"/>
    <p:sldId id="277" r:id="rId25"/>
    <p:sldId id="263" r:id="rId26"/>
    <p:sldId id="280" r:id="rId27"/>
    <p:sldId id="301" r:id="rId28"/>
    <p:sldId id="278" r:id="rId29"/>
    <p:sldId id="259" r:id="rId30"/>
    <p:sldId id="279" r:id="rId31"/>
    <p:sldId id="264" r:id="rId32"/>
    <p:sldId id="302" r:id="rId33"/>
    <p:sldId id="303" r:id="rId34"/>
    <p:sldId id="266" r:id="rId35"/>
    <p:sldId id="265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24"/>
    <a:srgbClr val="FFFFFF"/>
    <a:srgbClr val="4472C4"/>
    <a:srgbClr val="FC8124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45" autoAdjust="0"/>
    <p:restoredTop sz="94660"/>
  </p:normalViewPr>
  <p:slideViewPr>
    <p:cSldViewPr snapToGrid="0">
      <p:cViewPr>
        <p:scale>
          <a:sx n="100" d="100"/>
          <a:sy n="100" d="100"/>
        </p:scale>
        <p:origin x="7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7.6438571390511606E-2"/>
          <c:y val="0.12649089885733558"/>
          <c:w val="0.90344321067748856"/>
          <c:h val="0.743664485457291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4.png"/><Relationship Id="rId7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8.png"/><Relationship Id="rId4" Type="http://schemas.openxmlformats.org/officeDocument/2006/relationships/image" Target="../media/image19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5.png"/><Relationship Id="rId3" Type="http://schemas.openxmlformats.org/officeDocument/2006/relationships/image" Target="../media/image21.png"/><Relationship Id="rId7" Type="http://schemas.openxmlformats.org/officeDocument/2006/relationships/image" Target="../media/image32.png"/><Relationship Id="rId12" Type="http://schemas.openxmlformats.org/officeDocument/2006/relationships/image" Target="../media/image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11.png"/><Relationship Id="rId5" Type="http://schemas.openxmlformats.org/officeDocument/2006/relationships/image" Target="../media/image15.sv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12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4.png"/><Relationship Id="rId5" Type="http://schemas.openxmlformats.org/officeDocument/2006/relationships/image" Target="../media/image11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30.png"/><Relationship Id="rId9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16.png"/><Relationship Id="rId4" Type="http://schemas.openxmlformats.org/officeDocument/2006/relationships/image" Target="../media/image30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0.png"/><Relationship Id="rId7" Type="http://schemas.openxmlformats.org/officeDocument/2006/relationships/chart" Target="../charts/chart1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8.png"/><Relationship Id="rId4" Type="http://schemas.openxmlformats.org/officeDocument/2006/relationships/image" Target="../media/image41.png"/><Relationship Id="rId9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.png"/><Relationship Id="rId7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8.png"/><Relationship Id="rId4" Type="http://schemas.openxmlformats.org/officeDocument/2006/relationships/image" Target="../media/image42.png"/><Relationship Id="rId9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0.png"/><Relationship Id="rId7" Type="http://schemas.openxmlformats.org/officeDocument/2006/relationships/image" Target="../media/image4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8.png"/><Relationship Id="rId10" Type="http://schemas.openxmlformats.org/officeDocument/2006/relationships/image" Target="../media/image46.png"/><Relationship Id="rId4" Type="http://schemas.openxmlformats.org/officeDocument/2006/relationships/image" Target="../media/image11.png"/><Relationship Id="rId9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5160427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29716"/>
          <a:stretch/>
        </p:blipFill>
        <p:spPr>
          <a:xfrm>
            <a:off x="2667000" y="1771251"/>
            <a:ext cx="6858000" cy="3010300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2" name="Image 1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A0869D6-E6AC-47B3-3A7D-A3047B3791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7D02B7-418B-7205-6C55-162A5DD8DB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74582" y="2575403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394" y="2816262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884D8C-65C7-ED58-6A6E-7419ACF3253E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1726F4-887B-4485-FF4E-60B419B6569E}"/>
              </a:ext>
            </a:extLst>
          </p:cNvPr>
          <p:cNvSpPr/>
          <p:nvPr/>
        </p:nvSpPr>
        <p:spPr>
          <a:xfrm>
            <a:off x="4444800" y="-2195666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UTILISATION DE GITHUB</a:t>
            </a:r>
          </a:p>
          <a:p>
            <a:pPr algn="ctr"/>
            <a:r>
              <a:rPr lang="fr-CH" dirty="0"/>
              <a:t>JDT</a:t>
            </a:r>
          </a:p>
          <a:p>
            <a:pPr algn="ctr"/>
            <a:r>
              <a:rPr lang="fr-CH" dirty="0"/>
              <a:t>JDT fait avec app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C155FD-F6C2-DD1A-2AC3-7A76F8DF38C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E3240F4-E055-0D7F-725B-C8CCD5EC8D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E8950D2-F5F0-8ECD-8419-F2AA4E1DF1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1F7F2FC-78C1-C30D-34A0-4DCDAE2DC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9803" y="1399236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21" y="-345220"/>
            <a:ext cx="3170375" cy="317037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4BCAA91-0EAE-6D72-5259-A1311145D3CF}"/>
              </a:ext>
            </a:extLst>
          </p:cNvPr>
          <p:cNvSpPr txBox="1"/>
          <p:nvPr/>
        </p:nvSpPr>
        <p:spPr>
          <a:xfrm>
            <a:off x="1736890" y="2487713"/>
            <a:ext cx="7365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4C68F-5EB7-3A9B-9C3F-F40C7A25209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5D56E-B52B-AF57-D63B-9FA5F6C28ABC}"/>
              </a:ext>
            </a:extLst>
          </p:cNvPr>
          <p:cNvSpPr/>
          <p:nvPr/>
        </p:nvSpPr>
        <p:spPr>
          <a:xfrm>
            <a:off x="4147650" y="3362979"/>
            <a:ext cx="3415199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EN QUOI GITJOURNAL EST UTILE ?</a:t>
            </a:r>
          </a:p>
        </p:txBody>
      </p: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A461AC4-5582-5B88-AC45-B2001940FAF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0F5EFD-D3D7-7AC7-0CAB-30C30AC738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09E2ADDB-7D27-6D10-71EB-A8A649B068EB}"/>
              </a:ext>
            </a:extLst>
          </p:cNvPr>
          <p:cNvSpPr txBox="1">
            <a:spLocks/>
          </p:cNvSpPr>
          <p:nvPr/>
        </p:nvSpPr>
        <p:spPr>
          <a:xfrm>
            <a:off x="1523999" y="3040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</p:spTree>
    <p:extLst>
      <p:ext uri="{BB962C8B-B14F-4D97-AF65-F5344CB8AC3E}">
        <p14:creationId xmlns:p14="http://schemas.microsoft.com/office/powerpoint/2010/main" val="24319867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968767-C714-C88F-A89C-3174CFB15FD1}"/>
              </a:ext>
            </a:extLst>
          </p:cNvPr>
          <p:cNvSpPr/>
          <p:nvPr/>
        </p:nvSpPr>
        <p:spPr>
          <a:xfrm>
            <a:off x="4171950" y="352425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AJOUTER IMAGES DE L’APP</a:t>
            </a:r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E63264-2D89-9921-0603-67B2F35839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3E9E5B3-EAD3-5FD8-AE05-A2A85797A0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83CA5EE3-EBC8-E63F-09BF-C352262202D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D24EB-9EB1-958B-F0BE-3D3F902D5748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1F23BFE6-274E-DCCB-B771-76E0CD21E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540EF648-2D6D-40CC-6849-64AA4DA8B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744DD04-9844-E5F0-2D79-328656ED4A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E385A-9280-8EB7-AAEA-68F98DCFA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889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498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829484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7101841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768188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6BA9BBBB-60A7-F861-3DCC-220E49E1F9EE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826E5-33FF-B440-7B62-10376D213EF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48A7D45C-7275-CD8D-B99C-72157E52E1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6" name="Image 15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81EB345-9FC3-7715-E902-4D2561FABA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26" name="Image 2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84C7BDD-1DB4-25BB-CCEF-964B3D91C9D7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8" name="Image 2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281C5-FF50-AE41-9AC3-CCB99798A4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9C6FD6-4023-C497-7BB8-006F0A9240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1639" y="221613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itre 1">
            <a:extLst>
              <a:ext uri="{FF2B5EF4-FFF2-40B4-BE49-F238E27FC236}">
                <a16:creationId xmlns:a16="http://schemas.microsoft.com/office/drawing/2014/main" id="{725FC88F-BC13-1423-E01F-50502B6110C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F1CDE-14A7-1867-3190-C89364E20CF4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B15A3A56-5213-DFC4-8C23-68C23E376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5" name="Image 1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D860E3D7-EBD9-3E0D-E806-81478E06E8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6" name="Image 15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0E3A9FBA-0C3D-4127-9CC7-FA6298BBE9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3" name="Image 2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872AFB4-EAD7-33BD-0DD8-BEA91F2EAC1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5" name="Image 2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E7C15E1-7161-AAF0-2AC4-16D0E5E20D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1D2D94E2-F51F-9A2A-9EE9-0F0BBC1AA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08C7C56-0961-B5C9-6610-682A90F8017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9ED67-D502-81A1-7ADE-FD769FFE9FDD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8A35E518-D08C-83CC-88DA-A38F6ED53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6965"/>
            <a:ext cx="1513476" cy="5400000"/>
          </a:xfrm>
          <a:prstGeom prst="rect">
            <a:avLst/>
          </a:prstGeom>
        </p:spPr>
      </p:pic>
      <p:pic>
        <p:nvPicPr>
          <p:cNvPr id="11" name="Image 10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9C33A6F0-C3CA-04BD-73D1-418E9FECFA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3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1E75737A-CCD1-5840-C97C-A2DFC5F6AA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539190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A5C0D52-4A6E-9C0C-2831-113600F383A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91C3881-F4C9-7806-C13E-88E39E3D72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7ABFB-3DD2-0DF9-5739-D3089B087C8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BCC81F-75A2-F6B0-8BFB-9E31CE9BA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A6FFDD0-1878-7E15-65B0-35494A9F4B2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52C8058-9E86-34FA-1367-AA68551429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496081-C44E-C717-B64E-448605A5BEC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F80F762-202E-A2F5-E153-F32C3768EB0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94CF4108-64D0-CCFB-6D79-F0BC36BC605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 1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1C44FAE-B662-EB7B-758E-A33A689B24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1" name="Image 2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2412998-A4D5-6B79-14B9-0A7BEE5D66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100F00E-7968-8BBC-9348-6C10E18640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468A6EB-9328-467A-57ED-3DE3694A058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3954"/>
          <a:stretch/>
        </p:blipFill>
        <p:spPr>
          <a:xfrm>
            <a:off x="2315247" y="7635307"/>
            <a:ext cx="1934498" cy="305795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3279CE6-DD6A-3252-DB81-34A4E79EF798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4599"/>
          <a:stretch/>
        </p:blipFill>
        <p:spPr>
          <a:xfrm>
            <a:off x="7030903" y="7563859"/>
            <a:ext cx="1846780" cy="320084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B8AC5C1-709E-1A8F-70BD-4399C2A9137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25873"/>
          <a:stretch/>
        </p:blipFill>
        <p:spPr>
          <a:xfrm>
            <a:off x="415196" y="7687701"/>
            <a:ext cx="1723022" cy="295316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665F5E-26E2-B93F-6909-94CD7AB82D46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5874"/>
          <a:stretch/>
        </p:blipFill>
        <p:spPr>
          <a:xfrm>
            <a:off x="4579109" y="7216151"/>
            <a:ext cx="2232722" cy="389626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442F89C-8DD5-F7A1-17F2-8794DC1BC03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7056" y="8021125"/>
            <a:ext cx="181952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32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75D9337-1DEA-2824-8BBB-53FA56395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240101" y="271067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54C6D83-944B-C4A5-F2DC-1A452E4BC64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4" name="Image 1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34119EF-CAE4-F524-B684-2A746E486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5CC5C119-C4C4-DCCF-63AF-B47C1581F6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2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3F3690AF-B0BA-0F55-EA22-629042816B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5383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A7BEE2-A79C-F16D-C5EB-CC87E91BBDA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2D31CAE-84F3-23AE-0927-A511BEB29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EF030753-DC71-6836-CE0D-7E2E0CAEE7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4C094853-09E8-D7B7-8040-F96049C7F1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9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292EE813-A883-8450-292B-A8D5234115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6E25EC-F0C5-B83A-B255-1FFB44B60C63}"/>
              </a:ext>
            </a:extLst>
          </p:cNvPr>
          <p:cNvSpPr/>
          <p:nvPr/>
        </p:nvSpPr>
        <p:spPr>
          <a:xfrm>
            <a:off x="3590925" y="2964290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B5BFAEC-E865-5D51-0CB9-A87109BB00E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A214D05-C608-4B92-B2B5-21463204E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831824-BECD-298F-083D-23C94D59E9E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3517" r="75667" b="64734"/>
          <a:stretch/>
        </p:blipFill>
        <p:spPr>
          <a:xfrm>
            <a:off x="1420149" y="1884268"/>
            <a:ext cx="2304126" cy="412985"/>
          </a:xfrm>
          <a:prstGeom prst="rect">
            <a:avLst/>
          </a:prstGeom>
          <a:ln>
            <a:noFill/>
          </a:ln>
        </p:spPr>
      </p:pic>
      <p:pic>
        <p:nvPicPr>
          <p:cNvPr id="10" name="Image 9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5E888FD-C401-4DC4-A2BD-A6B164442B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002630A-4407-96E9-CBB6-445E03A168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980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8B6E66F8-436C-6452-0B7F-85B8574A42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A2C502-DDB3-D706-49B8-6A7676FB2DEC}"/>
              </a:ext>
            </a:extLst>
          </p:cNvPr>
          <p:cNvSpPr/>
          <p:nvPr/>
        </p:nvSpPr>
        <p:spPr>
          <a:xfrm>
            <a:off x="3590926" y="3195693"/>
            <a:ext cx="17341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459E0CE-C67C-D6EF-7311-396DAC0F70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2" t="23483" r="30231" b="64734"/>
          <a:stretch/>
        </p:blipFill>
        <p:spPr>
          <a:xfrm>
            <a:off x="3760935" y="1885531"/>
            <a:ext cx="4260702" cy="414167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818A325-248A-F55C-80E5-1826C2A5FF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9F43DB-DEC0-D3CD-C24F-C4C0AE436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5" name="Image 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C37ECB7-1767-BA3C-C873-8C31F97FED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F7E11EA-2113-6022-3E18-22ED9144DA4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15" name="Image 1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7EBBF479-338C-5006-1409-1320ECEB4B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440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42A2819A-93BB-6A99-EDDD-272257AA52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AC559-A9E4-FE12-0408-60386886A279}"/>
              </a:ext>
            </a:extLst>
          </p:cNvPr>
          <p:cNvSpPr/>
          <p:nvPr/>
        </p:nvSpPr>
        <p:spPr>
          <a:xfrm>
            <a:off x="3590926" y="3657426"/>
            <a:ext cx="2138672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737B192-A90E-979C-07DD-D9E08B83A5D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CC116ED-C00C-C0C6-C79D-2CB7CD57A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FB5C523-6157-24F2-C709-7647E86FC77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A86D1E-59D7-A1FA-0BB0-3C7E01121CF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69" t="23517" r="7396" b="64734"/>
          <a:stretch/>
        </p:blipFill>
        <p:spPr>
          <a:xfrm>
            <a:off x="8026400" y="1881161"/>
            <a:ext cx="2162176" cy="412985"/>
          </a:xfrm>
          <a:prstGeom prst="rect">
            <a:avLst/>
          </a:prstGeom>
          <a:ln>
            <a:noFill/>
          </a:ln>
        </p:spPr>
      </p:pic>
      <p:pic>
        <p:nvPicPr>
          <p:cNvPr id="5" name="Image 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399C9F23-6D64-C25B-A1DB-C9E440A298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4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7564E0CF-A7EE-D893-BCA7-A8790F4468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D5C3670-6606-C36E-4C11-D0F954B71FEB}"/>
              </a:ext>
            </a:extLst>
          </p:cNvPr>
          <p:cNvSpPr/>
          <p:nvPr/>
        </p:nvSpPr>
        <p:spPr>
          <a:xfrm>
            <a:off x="3590926" y="3889934"/>
            <a:ext cx="2809874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BF7FC0C-ECCB-7A40-4C95-1205FE9D4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93DD7E-D54D-C44A-055C-6FA8F1661EE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5DA93BE-848E-487E-5608-D95A9770CB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FE6156-FD8B-35EC-33F6-4DB9C52037F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FA5B444-8FEB-C848-1C17-43438638940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70" t="23517" r="3272" b="64734"/>
          <a:stretch/>
        </p:blipFill>
        <p:spPr>
          <a:xfrm>
            <a:off x="10185401" y="1884564"/>
            <a:ext cx="393700" cy="4129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98385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5A18BF40-B958-9B1D-A2E1-A34AB31CE2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9C246C-E7C0-A17D-A333-0D67DE579ADC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4BBFB0B6-6335-E82F-E000-8A88BEB759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5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6DCD688F-C55E-54DD-D73A-EC1CAF777E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965BFFA-ADEE-36A7-FD6B-AFCD92C1340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213D2D9-A873-6A8B-20BA-766C43FDCBE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6B7E0BD-133E-426F-BD03-BAB5C726B0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1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61956FE-1213-E939-978E-409BD269FE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50F3280-01DA-B254-CB43-A29D33420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82A4510-D074-5ECB-14B8-8C33BA136DDB}"/>
              </a:ext>
            </a:extLst>
          </p:cNvPr>
          <p:cNvGrpSpPr/>
          <p:nvPr/>
        </p:nvGrpSpPr>
        <p:grpSpPr>
          <a:xfrm>
            <a:off x="1729880" y="2571745"/>
            <a:ext cx="2141167" cy="2699260"/>
            <a:chOff x="1729880" y="2571745"/>
            <a:chExt cx="2141167" cy="2699260"/>
          </a:xfrm>
        </p:grpSpPr>
        <p:pic>
          <p:nvPicPr>
            <p:cNvPr id="27" name="Image 26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F58E1771-26B2-6A75-EB9B-555CE6299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ADCAA24-7143-9488-3C4C-6FECFDA4B558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DC7C-4DE0-1CF4-3005-04F9F3A2FA4D}"/>
              </a:ext>
            </a:extLst>
          </p:cNvPr>
          <p:cNvGrpSpPr/>
          <p:nvPr/>
        </p:nvGrpSpPr>
        <p:grpSpPr>
          <a:xfrm>
            <a:off x="5048947" y="2571745"/>
            <a:ext cx="2141167" cy="2699260"/>
            <a:chOff x="5048947" y="2571745"/>
            <a:chExt cx="2141167" cy="2699260"/>
          </a:xfrm>
        </p:grpSpPr>
        <p:pic>
          <p:nvPicPr>
            <p:cNvPr id="25" name="Image 24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DC591F8E-1D1D-CDAC-CC18-3AACDE46F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04B1557-5D43-48FC-1532-1F53737E8A01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FA65078-051B-8ED6-8F22-F7328751E54F}"/>
              </a:ext>
            </a:extLst>
          </p:cNvPr>
          <p:cNvGrpSpPr/>
          <p:nvPr/>
        </p:nvGrpSpPr>
        <p:grpSpPr>
          <a:xfrm>
            <a:off x="8480515" y="2592227"/>
            <a:ext cx="2022970" cy="2678778"/>
            <a:chOff x="8480515" y="2592227"/>
            <a:chExt cx="2022970" cy="2678778"/>
          </a:xfrm>
        </p:grpSpPr>
        <p:pic>
          <p:nvPicPr>
            <p:cNvPr id="5" name="Image 4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B659CF79-5BA4-77C3-B06C-7A6F45760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FB2D0B2-581F-3496-B58B-B3B360D9125A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24A3A5A-1E58-6AD4-F47C-768159F5D59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B6DE050-1868-5D56-4779-F2C46CBEE2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E8F3138F-2AC1-93D9-9A04-1351F9487131}"/>
              </a:ext>
            </a:extLst>
          </p:cNvPr>
          <p:cNvGrpSpPr/>
          <p:nvPr/>
        </p:nvGrpSpPr>
        <p:grpSpPr>
          <a:xfrm>
            <a:off x="1729880" y="7913008"/>
            <a:ext cx="2141167" cy="2699260"/>
            <a:chOff x="1729880" y="2571745"/>
            <a:chExt cx="2141167" cy="2699260"/>
          </a:xfrm>
        </p:grpSpPr>
        <p:pic>
          <p:nvPicPr>
            <p:cNvPr id="6" name="Image 5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A781BE3F-ACD0-7A78-8DF8-A5F4DE41D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473DC119-A01F-B3B0-7760-DE70043CE071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C5F1ADBB-5469-3E0E-7F23-A0241DAC92A2}"/>
              </a:ext>
            </a:extLst>
          </p:cNvPr>
          <p:cNvGrpSpPr/>
          <p:nvPr/>
        </p:nvGrpSpPr>
        <p:grpSpPr>
          <a:xfrm>
            <a:off x="5048947" y="7913008"/>
            <a:ext cx="2141167" cy="2699260"/>
            <a:chOff x="5048947" y="2571745"/>
            <a:chExt cx="2141167" cy="2699260"/>
          </a:xfrm>
        </p:grpSpPr>
        <p:pic>
          <p:nvPicPr>
            <p:cNvPr id="11" name="Image 10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C64A1875-6F22-B0DA-02A9-9F896D756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2CA0075-B586-1C2A-C396-2B23DA2E83E6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FB94E2E3-DC64-19EE-FCE5-D12A78A9A65E}"/>
              </a:ext>
            </a:extLst>
          </p:cNvPr>
          <p:cNvGrpSpPr/>
          <p:nvPr/>
        </p:nvGrpSpPr>
        <p:grpSpPr>
          <a:xfrm>
            <a:off x="8480515" y="7933490"/>
            <a:ext cx="2022970" cy="2678778"/>
            <a:chOff x="8480515" y="2592227"/>
            <a:chExt cx="2022970" cy="2678778"/>
          </a:xfrm>
        </p:grpSpPr>
        <p:pic>
          <p:nvPicPr>
            <p:cNvPr id="14" name="Image 13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EA00D7B7-9244-494B-DD29-00A2875F9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039628C8-D66A-3DDB-5AA6-993FE7FEDBA9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170635"/>
              </p:ext>
            </p:extLst>
          </p:nvPr>
        </p:nvGraphicFramePr>
        <p:xfrm>
          <a:off x="2111255" y="1787312"/>
          <a:ext cx="7969488" cy="4031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C68237C-6C29-9C9F-9273-EEA23A481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5F4C83-9794-15CE-2315-522C8FC5BE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99E70F2-EFB8-AD3E-AE68-4D346BE9E4F2}"/>
              </a:ext>
            </a:extLst>
          </p:cNvPr>
          <p:cNvGrpSpPr/>
          <p:nvPr/>
        </p:nvGrpSpPr>
        <p:grpSpPr>
          <a:xfrm>
            <a:off x="3763416" y="1700589"/>
            <a:ext cx="5072722" cy="4039289"/>
            <a:chOff x="3763416" y="1700589"/>
            <a:chExt cx="5072722" cy="4039289"/>
          </a:xfrm>
        </p:grpSpPr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922EFB4-A91C-080F-4EA6-FC59D9A01867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2024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70CE78D-EB98-575F-9B4E-B148E24ACB7C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1A4DA0C-ED91-AE95-9EA5-52253039B52E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109CD81F-1B8E-1006-2F20-DDBF764E7CCF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584B6D0-0975-3945-0F70-97830A72B817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36" name="Image 35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9AE1E27A-A1DA-9CB0-5518-FD329EB3E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37" name="Image 36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A65AF7B5-139C-3526-D822-66CB87CE3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38" name="Image 37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17E74F22-4BD0-8A36-BFFC-CFA267769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39" name="Image 38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621889AF-6DC8-88F5-3CFC-C3DB2F228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40" name="Image 39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9FFD57C2-60DE-9CB1-28ED-1CA99F59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4012DB5-3900-2412-0D75-EB79D73600E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44" name="Image 4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D160251-29A4-8189-D0FC-73157607E8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9100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8515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EBEE83-A21F-AD4E-A3BA-0AE1D39BACD2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FC33249-7281-3E35-6099-382C3A2E9E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C5C3AE-001B-33C9-B620-B2643078DC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EEEA7E25-A0AC-8E9E-08A4-AF069D89D3D8}"/>
              </a:ext>
            </a:extLst>
          </p:cNvPr>
          <p:cNvGrpSpPr/>
          <p:nvPr/>
        </p:nvGrpSpPr>
        <p:grpSpPr>
          <a:xfrm>
            <a:off x="-5351562" y="1700589"/>
            <a:ext cx="5072722" cy="4039289"/>
            <a:chOff x="3763416" y="1700589"/>
            <a:chExt cx="5072722" cy="4039289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6779727-3127-B22C-ABDC-82EB9EC4E6FC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Code 2024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D89C123-632D-81D6-C3B3-7C3917FA22E8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640E140-A7A0-8D04-801B-EA99D708F712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F8E24A4F-F9E3-C80E-F4A9-9F891446FC93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6B1E913-899E-0E7A-3E25-1D452A215F0D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17" name="Image 16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ACEA1454-8C36-8940-1C51-7670FDB4B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19" name="Image 18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7783A007-8B50-4A23-9E8C-D694043C8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20" name="Image 19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36C4AD96-B72A-10B6-9732-42BA3F68D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21" name="Image 20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2F20B72E-F7B2-4F08-D017-606DDA340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22" name="Image 21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E9D59333-1347-08FB-D765-1B623AEA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FD7BA15-C623-9903-B7E4-9FCB15EA34A1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73B1F2E-9B90-1BE4-26A1-4C41D8C06636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63BD571-4A54-1924-3E8B-FD33628EFC06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7339F60-FFB0-D7A5-29FB-1C7192B234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DC85A6A-5391-676E-09CA-62DB8022A7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0D70373-18AA-911E-9CCF-1C0306CB982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00CB8A-E602-A917-DF09-08DB8ACDF4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2557193" y="5900928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problèmes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38E67A1-519D-EAB8-1C17-A1D3C2B083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7D66FC8-39B5-290B-059C-90CC05D677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5675" y="2419133"/>
            <a:ext cx="9640645" cy="226726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FEA7085-D1CD-149C-1884-DC403E2F4D2E}"/>
              </a:ext>
            </a:extLst>
          </p:cNvPr>
          <p:cNvCxnSpPr>
            <a:cxnSpLocks/>
          </p:cNvCxnSpPr>
          <p:nvPr/>
        </p:nvCxnSpPr>
        <p:spPr>
          <a:xfrm>
            <a:off x="3898900" y="3386138"/>
            <a:ext cx="6965950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0EA0187-A0CA-B435-3E4C-88FF1FDEC3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164E88-D2C2-6204-20DD-9CFA197470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  <p:pic>
        <p:nvPicPr>
          <p:cNvPr id="19" name="Image 18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A5A9EFEE-F463-B5C2-68AF-DCD8803C9B7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1"/>
          <a:stretch/>
        </p:blipFill>
        <p:spPr>
          <a:xfrm>
            <a:off x="1431625" y="2659856"/>
            <a:ext cx="9328746" cy="2325333"/>
          </a:xfrm>
          <a:prstGeom prst="rect">
            <a:avLst/>
          </a:prstGeom>
        </p:spPr>
      </p:pic>
      <p:pic>
        <p:nvPicPr>
          <p:cNvPr id="21" name="Image 20" descr="Une image contenant capture d’écran, texte, logiciel, Logiciel multimédia&#10;&#10;Description générée automatiquement">
            <a:extLst>
              <a:ext uri="{FF2B5EF4-FFF2-40B4-BE49-F238E27FC236}">
                <a16:creationId xmlns:a16="http://schemas.microsoft.com/office/drawing/2014/main" id="{75A431D7-A0A0-B4C3-3382-53C16D2B62E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5" r="305" b="1"/>
          <a:stretch/>
        </p:blipFill>
        <p:spPr>
          <a:xfrm>
            <a:off x="1431614" y="2659856"/>
            <a:ext cx="9328746" cy="213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23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améliorations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B6B210-66C4-83B4-B321-C930DE002C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D3BD6F7-77F7-5B71-8494-2B39483A90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245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C5C4456-88DC-152C-8A84-F4235E658B30}"/>
              </a:ext>
            </a:extLst>
          </p:cNvPr>
          <p:cNvSpPr txBox="1">
            <a:spLocks/>
          </p:cNvSpPr>
          <p:nvPr/>
        </p:nvSpPr>
        <p:spPr>
          <a:xfrm>
            <a:off x="5339260" y="156872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6BB76-741D-F9C7-31AF-C31350B45C5A}"/>
              </a:ext>
            </a:extLst>
          </p:cNvPr>
          <p:cNvSpPr txBox="1"/>
          <p:nvPr/>
        </p:nvSpPr>
        <p:spPr>
          <a:xfrm>
            <a:off x="1473478" y="2143291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6081884-35FF-A103-BA9E-50CAC57791E1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727C7C5-84EF-B869-EF89-9A5E6AA326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2" name="Image 1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310C2DE-10CC-78CF-903E-76138E493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E39DD41-583E-23BB-1F79-97772D985AE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C6B7690-86B2-D07F-D373-0A5F3CEEEA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5" name="Image 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F35ECC-70A0-B496-A27A-78FD197C75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38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649</Words>
  <Application>Microsoft Office PowerPoint</Application>
  <PresentationFormat>Grand écran</PresentationFormat>
  <Paragraphs>148</Paragraphs>
  <Slides>35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214</cp:revision>
  <dcterms:created xsi:type="dcterms:W3CDTF">2025-06-04T06:26:03Z</dcterms:created>
  <dcterms:modified xsi:type="dcterms:W3CDTF">2025-06-06T14:25:12Z</dcterms:modified>
</cp:coreProperties>
</file>